
<file path=[Content_Types].xml><?xml version="1.0" encoding="utf-8"?>
<Types xmlns="http://schemas.openxmlformats.org/package/2006/content-types">
  <Default ContentType="application/x-fontdata" Extension="fntdata"/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4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2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5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60" r:id="rId4"/>
  </p:sldMasterIdLst>
  <p:notesMasterIdLst>
    <p:notesMasterId r:id="rId5"/>
  </p:notesMasterIdLst>
  <p:sldIdLst>
    <p:sldId id="256" r:id="rId6"/>
    <p:sldId id="257" r:id="rId7"/>
    <p:sldId id="258" r:id="rId8"/>
    <p:sldId id="259" r:id="rId9"/>
    <p:sldId id="260" r:id="rId10"/>
  </p:sldIdLst>
  <p:sldSz cy="5143500" cx="9144000"/>
  <p:notesSz cx="6858000" cy="9144000"/>
  <p:embeddedFontLst>
    <p:embeddedFont>
      <p:font typeface="Inter SemiBold"/>
      <p:regular r:id="rId11"/>
      <p:bold r:id="rId12"/>
      <p:italic r:id="rId13"/>
      <p:boldItalic r:id="rId14"/>
    </p:embeddedFont>
    <p:embeddedFont>
      <p:font typeface="Inter"/>
      <p:bold r:id="rId15"/>
      <p:boldItalic r:id="rId16"/>
    </p:embeddedFont>
    <p:embeddedFont>
      <p:font typeface="Inter ExtraBold"/>
      <p:bold r:id="rId17"/>
      <p:boldItalic r:id="rId18"/>
    </p:embeddedFont>
    <p:embeddedFont>
      <p:font typeface="Inter Medium"/>
      <p:regular r:id="rId19"/>
      <p:bold r:id="rId20"/>
      <p:italic r:id="rId21"/>
      <p:boldItalic r:id="rId22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62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20" Type="http://schemas.openxmlformats.org/officeDocument/2006/relationships/font" Target="fonts/InterMedium-bold.fntdata"/><Relationship Id="rId11" Type="http://schemas.openxmlformats.org/officeDocument/2006/relationships/font" Target="fonts/InterSemiBold-regular.fntdata"/><Relationship Id="rId22" Type="http://schemas.openxmlformats.org/officeDocument/2006/relationships/font" Target="fonts/InterMedium-boldItalic.fntdata"/><Relationship Id="rId10" Type="http://schemas.openxmlformats.org/officeDocument/2006/relationships/slide" Target="slides/slide5.xml"/><Relationship Id="rId21" Type="http://schemas.openxmlformats.org/officeDocument/2006/relationships/font" Target="fonts/InterMedium-italic.fntdata"/><Relationship Id="rId13" Type="http://schemas.openxmlformats.org/officeDocument/2006/relationships/font" Target="fonts/InterSemiBold-italic.fntdata"/><Relationship Id="rId12" Type="http://schemas.openxmlformats.org/officeDocument/2006/relationships/font" Target="fonts/InterSemiBold-bold.fntdata"/><Relationship Id="rId1" Type="http://schemas.openxmlformats.org/officeDocument/2006/relationships/theme" Target="theme/theme1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4.xml"/><Relationship Id="rId15" Type="http://schemas.openxmlformats.org/officeDocument/2006/relationships/font" Target="fonts/Inter-bold.fntdata"/><Relationship Id="rId14" Type="http://schemas.openxmlformats.org/officeDocument/2006/relationships/font" Target="fonts/InterSemiBold-boldItalic.fntdata"/><Relationship Id="rId17" Type="http://schemas.openxmlformats.org/officeDocument/2006/relationships/font" Target="fonts/InterExtraBold-bold.fntdata"/><Relationship Id="rId16" Type="http://schemas.openxmlformats.org/officeDocument/2006/relationships/font" Target="fonts/Inter-boldItalic.fntdata"/><Relationship Id="rId5" Type="http://schemas.openxmlformats.org/officeDocument/2006/relationships/notesMaster" Target="notesMasters/notesMaster1.xml"/><Relationship Id="rId19" Type="http://schemas.openxmlformats.org/officeDocument/2006/relationships/font" Target="fonts/InterMedium-regular.fntdata"/><Relationship Id="rId6" Type="http://schemas.openxmlformats.org/officeDocument/2006/relationships/slide" Target="slides/slide1.xml"/><Relationship Id="rId18" Type="http://schemas.openxmlformats.org/officeDocument/2006/relationships/font" Target="fonts/InterExtraBold-boldItalic.fntdata"/><Relationship Id="rId7" Type="http://schemas.openxmlformats.org/officeDocument/2006/relationships/slide" Target="slides/slide2.xml"/><Relationship Id="rId8" Type="http://schemas.openxmlformats.org/officeDocument/2006/relationships/slide" Target="slides/slide3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1" name="Shape 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" name="Google Shape;52;p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3" name="Google Shape;53;p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5" name="Shape 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" name="Google Shape;76;g3f08e812311_0_39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7" name="Google Shape;77;g3f08e812311_0_39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3" name="Shape 1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" name="Google Shape;104;g3f08e812311_0_55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5" name="Google Shape;105;g3f08e812311_0_55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6" name="Shape 1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7" name="Google Shape;147;g3f08e812311_0_73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48" name="Google Shape;148;g3f08e812311_0_73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85" name="Shape 1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6" name="Google Shape;186;g3f08e812311_0_89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87" name="Google Shape;187;g3f08e812311_0_89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/>
        </p:txBody>
      </p:sp>
      <p:sp>
        <p:nvSpPr>
          <p:cNvPr id="11" name="Google Shape;11;p2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/>
        </p:txBody>
      </p:sp>
      <p:sp>
        <p:nvSpPr>
          <p:cNvPr id="12" name="Google Shape;12;p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13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p3"/>
          <p:cNvSpPr txBox="1"/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  <p:sp>
        <p:nvSpPr>
          <p:cNvPr id="15" name="Google Shape;15;p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16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oogle Shape;17;p4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8" name="Google Shape;18;p4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19" name="Google Shape;19;p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20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5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2" name="Google Shape;22;p5"/>
          <p:cNvSpPr txBox="1"/>
          <p:nvPr>
            <p:ph idx="1" type="body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3" name="Google Shape;23;p5"/>
          <p:cNvSpPr txBox="1"/>
          <p:nvPr>
            <p:ph idx="2" type="body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4" name="Google Shape;24;p5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25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7" name="Google Shape;27;p6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28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7"/>
          <p:cNvSpPr txBox="1"/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30" name="Google Shape;30;p7"/>
          <p:cNvSpPr txBox="1"/>
          <p:nvPr>
            <p:ph idx="1" type="body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31" name="Google Shape;31;p7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spTree>
      <p:nvGrpSpPr>
        <p:cNvPr id="32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8"/>
          <p:cNvSpPr txBox="1"/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/>
        </p:txBody>
      </p:sp>
      <p:sp>
        <p:nvSpPr>
          <p:cNvPr id="34" name="Google Shape;34;p8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35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9"/>
          <p:cNvSpPr/>
          <p:nvPr/>
        </p:nvSpPr>
        <p:spPr>
          <a:xfrm>
            <a:off x="4572000" y="-125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7" name="Google Shape;37;p9"/>
          <p:cNvSpPr txBox="1"/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/>
        </p:txBody>
      </p:sp>
      <p:sp>
        <p:nvSpPr>
          <p:cNvPr id="38" name="Google Shape;38;p9"/>
          <p:cNvSpPr txBox="1"/>
          <p:nvPr>
            <p:ph idx="1" type="subTitle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39" name="Google Shape;39;p9"/>
          <p:cNvSpPr txBox="1"/>
          <p:nvPr>
            <p:ph idx="2" type="body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0" name="Google Shape;40;p9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4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10"/>
          <p:cNvSpPr txBox="1"/>
          <p:nvPr>
            <p:ph idx="1" type="body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2286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/>
        </p:txBody>
      </p:sp>
      <p:sp>
        <p:nvSpPr>
          <p:cNvPr id="43" name="Google Shape;43;p10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spTree>
      <p:nvGrpSpPr>
        <p:cNvPr id="44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11"/>
          <p:cNvSpPr txBox="1"/>
          <p:nvPr>
            <p:ph hasCustomPrompt="1" type="title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46" name="Google Shape;46;p11"/>
          <p:cNvSpPr txBox="1"/>
          <p:nvPr>
            <p:ph idx="1" type="body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algn="ctr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7" name="Google Shape;47;p1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48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p1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Generated (g3f08e812311_30_0)">
  <p:cSld name="Generated (g3f08e812311_30_0)">
    <p:spTree>
      <p:nvGrpSpPr>
        <p:cNvPr id="50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3" Type="http://schemas.openxmlformats.org/officeDocument/2006/relationships/theme" Target="../theme/theme1.xml"/><Relationship Id="rId12" Type="http://schemas.openxmlformats.org/officeDocument/2006/relationships/slideLayout" Target="../slideLayouts/slideLayout12.xml"/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●"/>
              <a:defRPr sz="1800">
                <a:solidFill>
                  <a:schemeClr val="dk2"/>
                </a:solidFill>
              </a:defRPr>
            </a:lvl1pPr>
            <a:lvl2pPr indent="-317500" lvl="1" marL="914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2pPr>
            <a:lvl3pPr indent="-317500" lvl="2" marL="1371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3pPr>
            <a:lvl4pPr indent="-317500" lvl="3" marL="1828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4pPr>
            <a:lvl5pPr indent="-317500" lvl="4" marL="2286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5pPr>
            <a:lvl6pPr indent="-317500" lvl="5" marL="2743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6pPr>
            <a:lvl7pPr indent="-317500" lvl="6" marL="3200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7pPr>
            <a:lvl8pPr indent="-317500" lvl="7" marL="3657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8pPr>
            <a:lvl9pPr indent="-317500" lvl="8" marL="411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r">
              <a:buNone/>
              <a:defRPr sz="1000">
                <a:solidFill>
                  <a:schemeClr val="dk2"/>
                </a:solidFill>
              </a:defRPr>
            </a:lvl1pPr>
            <a:lvl2pPr lvl="1" algn="r">
              <a:buNone/>
              <a:defRPr sz="1000">
                <a:solidFill>
                  <a:schemeClr val="dk2"/>
                </a:solidFill>
              </a:defRPr>
            </a:lvl2pPr>
            <a:lvl3pPr lvl="2" algn="r">
              <a:buNone/>
              <a:defRPr sz="1000">
                <a:solidFill>
                  <a:schemeClr val="dk2"/>
                </a:solidFill>
              </a:defRPr>
            </a:lvl3pPr>
            <a:lvl4pPr lvl="3" algn="r">
              <a:buNone/>
              <a:defRPr sz="1000">
                <a:solidFill>
                  <a:schemeClr val="dk2"/>
                </a:solidFill>
              </a:defRPr>
            </a:lvl4pPr>
            <a:lvl5pPr lvl="4" algn="r">
              <a:buNone/>
              <a:defRPr sz="1000">
                <a:solidFill>
                  <a:schemeClr val="dk2"/>
                </a:solidFill>
              </a:defRPr>
            </a:lvl5pPr>
            <a:lvl6pPr lvl="5" algn="r">
              <a:buNone/>
              <a:defRPr sz="1000">
                <a:solidFill>
                  <a:schemeClr val="dk2"/>
                </a:solidFill>
              </a:defRPr>
            </a:lvl6pPr>
            <a:lvl7pPr lvl="6" algn="r">
              <a:buNone/>
              <a:defRPr sz="1000">
                <a:solidFill>
                  <a:schemeClr val="dk2"/>
                </a:solidFill>
              </a:defRPr>
            </a:lvl7pPr>
            <a:lvl8pPr lvl="7" algn="r">
              <a:buNone/>
              <a:defRPr sz="1000">
                <a:solidFill>
                  <a:schemeClr val="dk2"/>
                </a:solidFill>
              </a:defRPr>
            </a:lvl8pPr>
            <a:lvl9pPr lvl="8" algn="r">
              <a:buNone/>
              <a:defRPr sz="1000">
                <a:solidFill>
                  <a:schemeClr val="dk2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  <p:sldLayoutId id="2147483659" r:id="rId12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1.png"/><Relationship Id="rId4" Type="http://schemas.openxmlformats.org/officeDocument/2006/relationships/image" Target="../media/image6.png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1.png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3.png"/><Relationship Id="rId4" Type="http://schemas.openxmlformats.org/officeDocument/2006/relationships/image" Target="../media/image4.png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5.xm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blipFill>
          <a:blip r:embed="rId3">
            <a:alphaModFix/>
          </a:blip>
          <a:stretch>
            <a:fillRect/>
          </a:stretch>
        </a:blipFill>
      </p:bgPr>
    </p:bg>
    <p:spTree>
      <p:nvGrpSpPr>
        <p:cNvPr id="54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Google Shape;55;p14"/>
          <p:cNvSpPr txBox="1"/>
          <p:nvPr/>
        </p:nvSpPr>
        <p:spPr>
          <a:xfrm>
            <a:off x="762000" y="952500"/>
            <a:ext cx="3810000" cy="3238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1018">
              <a:solidFill>
                <a:srgbClr val="2563EB"/>
              </a:solidFill>
              <a:latin typeface="Inter"/>
              <a:ea typeface="Inter"/>
              <a:cs typeface="Inter"/>
              <a:sym typeface="Inter"/>
            </a:endParaRPr>
          </a:p>
          <a:p>
            <a:pPr indent="0" lvl="0" marL="0" rtl="0" algn="l">
              <a:spcBef>
                <a:spcPts val="1125"/>
              </a:spcBef>
              <a:spcAft>
                <a:spcPts val="0"/>
              </a:spcAft>
              <a:buNone/>
            </a:pPr>
            <a:r>
              <a:rPr b="0" lang="en" sz="4255">
                <a:solidFill>
                  <a:srgbClr val="0F172A"/>
                </a:solidFill>
                <a:latin typeface="Inter ExtraBold"/>
                <a:ea typeface="Inter ExtraBold"/>
                <a:cs typeface="Inter ExtraBold"/>
                <a:sym typeface="Inter ExtraBold"/>
              </a:rPr>
              <a:t>Merge vs</a:t>
            </a:r>
            <a:br>
              <a:rPr b="0" lang="en" sz="4255">
                <a:solidFill>
                  <a:srgbClr val="0F172A"/>
                </a:solidFill>
                <a:latin typeface="Inter ExtraBold"/>
                <a:ea typeface="Inter ExtraBold"/>
                <a:cs typeface="Inter ExtraBold"/>
                <a:sym typeface="Inter ExtraBold"/>
              </a:rPr>
            </a:br>
            <a:r>
              <a:rPr b="0" lang="en" sz="4255">
                <a:solidFill>
                  <a:srgbClr val="0F172A"/>
                </a:solidFill>
                <a:latin typeface="Inter ExtraBold"/>
                <a:ea typeface="Inter ExtraBold"/>
                <a:cs typeface="Inter ExtraBold"/>
                <a:sym typeface="Inter ExtraBold"/>
              </a:rPr>
              <a:t>Rebase</a:t>
            </a:r>
            <a:endParaRPr b="0" sz="4255">
              <a:solidFill>
                <a:srgbClr val="0F172A"/>
              </a:solidFill>
              <a:latin typeface="Inter ExtraBold"/>
              <a:ea typeface="Inter ExtraBold"/>
              <a:cs typeface="Inter ExtraBold"/>
              <a:sym typeface="Inter ExtraBold"/>
            </a:endParaRPr>
          </a:p>
          <a:p>
            <a:pPr indent="0" lvl="0" marL="0" rtl="0" algn="l">
              <a:spcBef>
                <a:spcPts val="1125"/>
              </a:spcBef>
              <a:spcAft>
                <a:spcPts val="0"/>
              </a:spcAft>
              <a:buNone/>
            </a:pPr>
            <a:r>
              <a:rPr b="0" lang="en" sz="1388">
                <a:solidFill>
                  <a:srgbClr val="475569"/>
                </a:solidFill>
                <a:latin typeface="Inter"/>
                <a:ea typeface="Inter"/>
                <a:cs typeface="Inter"/>
                <a:sym typeface="Inter"/>
              </a:rPr>
              <a:t>Understanding the key differences and workflows of the two primary branching models.</a:t>
            </a:r>
            <a:endParaRPr b="0" sz="1388">
              <a:solidFill>
                <a:srgbClr val="475569"/>
              </a:solidFill>
              <a:latin typeface="Inter"/>
              <a:ea typeface="Inter"/>
              <a:cs typeface="Inter"/>
              <a:sym typeface="Inter"/>
            </a:endParaRPr>
          </a:p>
          <a:p>
            <a:pPr indent="0" lvl="0" marL="0" rtl="0" algn="l">
              <a:spcBef>
                <a:spcPts val="3000"/>
              </a:spcBef>
              <a:spcAft>
                <a:spcPts val="0"/>
              </a:spcAft>
              <a:buNone/>
            </a:pPr>
            <a:r>
              <a:rPr b="0" lang="en" sz="1018">
                <a:solidFill>
                  <a:srgbClr val="94A3B8"/>
                </a:solidFill>
                <a:latin typeface="Inter Medium"/>
                <a:ea typeface="Inter Medium"/>
                <a:cs typeface="Inter Medium"/>
                <a:sym typeface="Inter Medium"/>
              </a:rPr>
              <a:t>Presented By</a:t>
            </a:r>
            <a:endParaRPr b="0" sz="1018">
              <a:solidFill>
                <a:srgbClr val="94A3B8"/>
              </a:solidFill>
              <a:latin typeface="Inter Medium"/>
              <a:ea typeface="Inter Medium"/>
              <a:cs typeface="Inter Medium"/>
              <a:sym typeface="Inter Medium"/>
            </a:endParaRPr>
          </a:p>
          <a:p>
            <a:pPr indent="0" lvl="0" marL="0" rtl="0" algn="l">
              <a:spcBef>
                <a:spcPts val="375"/>
              </a:spcBef>
              <a:spcAft>
                <a:spcPts val="0"/>
              </a:spcAft>
              <a:buNone/>
            </a:pPr>
            <a:r>
              <a:rPr b="0" lang="en" sz="1295">
                <a:solidFill>
                  <a:srgbClr val="0F172A"/>
                </a:solidFill>
                <a:latin typeface="Inter SemiBold"/>
                <a:ea typeface="Inter SemiBold"/>
                <a:cs typeface="Inter SemiBold"/>
                <a:sym typeface="Inter SemiBold"/>
              </a:rPr>
              <a:t>Baishnabi Samal</a:t>
            </a:r>
            <a:endParaRPr b="0" sz="1295">
              <a:solidFill>
                <a:srgbClr val="0F172A"/>
              </a:solidFill>
              <a:latin typeface="Inter SemiBold"/>
              <a:ea typeface="Inter SemiBold"/>
              <a:cs typeface="Inter SemiBold"/>
              <a:sym typeface="Inter SemiBold"/>
            </a:endParaRPr>
          </a:p>
        </p:txBody>
      </p:sp>
      <p:grpSp>
        <p:nvGrpSpPr>
          <p:cNvPr id="56" name="Google Shape;56;p14"/>
          <p:cNvGrpSpPr/>
          <p:nvPr/>
        </p:nvGrpSpPr>
        <p:grpSpPr>
          <a:xfrm>
            <a:off x="4953000" y="762000"/>
            <a:ext cx="3429000" cy="1571700"/>
            <a:chOff x="0" y="0"/>
            <a:chExt cx="3429000" cy="1571700"/>
          </a:xfrm>
        </p:grpSpPr>
        <p:sp>
          <p:nvSpPr>
            <p:cNvPr id="57" name="Google Shape;57;p14"/>
            <p:cNvSpPr/>
            <p:nvPr/>
          </p:nvSpPr>
          <p:spPr>
            <a:xfrm>
              <a:off x="0" y="0"/>
              <a:ext cx="3429000" cy="1571700"/>
            </a:xfrm>
            <a:prstGeom prst="roundRect">
              <a:avLst>
                <a:gd fmla="val 9696" name="adj"/>
              </a:avLst>
            </a:prstGeom>
            <a:solidFill>
              <a:srgbClr val="FFFFFF"/>
            </a:solidFill>
            <a:ln cap="flat" cmpd="sng" w="14300">
              <a:solidFill>
                <a:srgbClr val="E2E8F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8" name="Google Shape;58;p14"/>
            <p:cNvSpPr txBox="1"/>
            <p:nvPr/>
          </p:nvSpPr>
          <p:spPr>
            <a:xfrm>
              <a:off x="228600" y="190500"/>
              <a:ext cx="2971800" cy="5715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" sz="1388">
                  <a:solidFill>
                    <a:srgbClr val="0F172A"/>
                  </a:solidFill>
                  <a:latin typeface="Inter"/>
                  <a:ea typeface="Inter"/>
                  <a:cs typeface="Inter"/>
                  <a:sym typeface="Inter"/>
                </a:rPr>
                <a:t>Git Merge</a:t>
              </a:r>
              <a:endParaRPr b="1" sz="1388">
                <a:solidFill>
                  <a:srgbClr val="0F172A"/>
                </a:solidFill>
                <a:latin typeface="Inter"/>
                <a:ea typeface="Inter"/>
                <a:cs typeface="Inter"/>
                <a:sym typeface="Inter"/>
              </a:endParaRPr>
            </a:p>
            <a:p>
              <a:pPr indent="0" lvl="0" marL="0" rtl="0" algn="l">
                <a:spcBef>
                  <a:spcPts val="300"/>
                </a:spcBef>
                <a:spcAft>
                  <a:spcPts val="0"/>
                </a:spcAft>
                <a:buNone/>
              </a:pPr>
              <a:r>
                <a:rPr b="0" lang="en" sz="971">
                  <a:solidFill>
                    <a:srgbClr val="64748B"/>
                  </a:solidFill>
                  <a:latin typeface="Inter"/>
                  <a:ea typeface="Inter"/>
                  <a:cs typeface="Inter"/>
                  <a:sym typeface="Inter"/>
                </a:rPr>
                <a:t>Preserves historical context by combining branches with a unique merge commit.</a:t>
              </a:r>
              <a:endParaRPr b="0" sz="971">
                <a:solidFill>
                  <a:srgbClr val="64748B"/>
                </a:solidFill>
                <a:latin typeface="Inter"/>
                <a:ea typeface="Inter"/>
                <a:cs typeface="Inter"/>
                <a:sym typeface="Inter"/>
              </a:endParaRPr>
            </a:p>
          </p:txBody>
        </p:sp>
        <p:pic>
          <p:nvPicPr>
            <p:cNvPr id="59" name="Google Shape;59;p14"/>
            <p:cNvPicPr preferRelativeResize="0"/>
            <p:nvPr/>
          </p:nvPicPr>
          <p:blipFill rotWithShape="1">
            <a:blip r:embed="rId4">
              <a:alphaModFix/>
            </a:blip>
            <a:srcRect b="0" l="0" r="0" t="0"/>
            <a:stretch/>
          </p:blipFill>
          <p:spPr>
            <a:xfrm>
              <a:off x="381000" y="1176338"/>
              <a:ext cx="2628900" cy="28500"/>
            </a:xfrm>
            <a:prstGeom prst="rect">
              <a:avLst/>
            </a:prstGeom>
            <a:noFill/>
            <a:ln>
              <a:noFill/>
            </a:ln>
          </p:spPr>
        </p:pic>
        <p:cxnSp>
          <p:nvCxnSpPr>
            <p:cNvPr id="60" name="Google Shape;60;p14"/>
            <p:cNvCxnSpPr/>
            <p:nvPr/>
          </p:nvCxnSpPr>
          <p:spPr>
            <a:xfrm>
              <a:off x="381000" y="1190625"/>
              <a:ext cx="2286000" cy="0"/>
            </a:xfrm>
            <a:prstGeom prst="straightConnector1">
              <a:avLst/>
            </a:prstGeom>
            <a:solidFill>
              <a:srgbClr val="FFFFFF"/>
            </a:solidFill>
            <a:ln cap="flat" cmpd="sng" w="28575">
              <a:solidFill>
                <a:srgbClr val="94A3B8"/>
              </a:solidFill>
              <a:prstDash val="solid"/>
              <a:round/>
              <a:headEnd len="sm" w="sm" type="none"/>
              <a:tailEnd len="sm" w="sm" type="none"/>
            </a:ln>
          </p:spPr>
        </p:cxnSp>
        <p:sp>
          <p:nvSpPr>
            <p:cNvPr id="61" name="Google Shape;61;p14"/>
            <p:cNvSpPr/>
            <p:nvPr/>
          </p:nvSpPr>
          <p:spPr>
            <a:xfrm>
              <a:off x="952500" y="952500"/>
              <a:ext cx="1524000" cy="238200"/>
            </a:xfrm>
            <a:custGeom>
              <a:rect b="b" l="l" r="r" t="t"/>
              <a:pathLst>
                <a:path extrusionOk="0" h="120000" w="120000">
                  <a:moveTo>
                    <a:pt x="0" y="120000"/>
                  </a:moveTo>
                  <a:quadBezTo>
                    <a:pt x="30000" y="0"/>
                    <a:pt x="60000" y="0"/>
                  </a:quadBezTo>
                  <a:lnTo>
                    <a:pt x="120000" y="120000"/>
                  </a:lnTo>
                </a:path>
              </a:pathLst>
            </a:custGeom>
            <a:solidFill>
              <a:srgbClr val="000000">
                <a:alpha val="0"/>
              </a:srgbClr>
            </a:solidFill>
            <a:ln cap="flat" cmpd="sng" w="28575">
              <a:solidFill>
                <a:srgbClr val="3B82F6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2" name="Google Shape;62;p14"/>
            <p:cNvSpPr/>
            <p:nvPr/>
          </p:nvSpPr>
          <p:spPr>
            <a:xfrm>
              <a:off x="885825" y="1123950"/>
              <a:ext cx="133500" cy="133500"/>
            </a:xfrm>
            <a:prstGeom prst="ellipse">
              <a:avLst/>
            </a:prstGeom>
            <a:solidFill>
              <a:srgbClr val="475569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3" name="Google Shape;63;p14"/>
            <p:cNvSpPr/>
            <p:nvPr/>
          </p:nvSpPr>
          <p:spPr>
            <a:xfrm>
              <a:off x="1552575" y="1123950"/>
              <a:ext cx="133500" cy="133500"/>
            </a:xfrm>
            <a:prstGeom prst="ellipse">
              <a:avLst/>
            </a:prstGeom>
            <a:solidFill>
              <a:srgbClr val="475569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4" name="Google Shape;64;p14"/>
            <p:cNvSpPr/>
            <p:nvPr/>
          </p:nvSpPr>
          <p:spPr>
            <a:xfrm>
              <a:off x="1647825" y="885825"/>
              <a:ext cx="133500" cy="133500"/>
            </a:xfrm>
            <a:prstGeom prst="ellipse">
              <a:avLst/>
            </a:prstGeom>
            <a:solidFill>
              <a:srgbClr val="3B82F6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5" name="Google Shape;65;p14"/>
            <p:cNvSpPr/>
            <p:nvPr/>
          </p:nvSpPr>
          <p:spPr>
            <a:xfrm>
              <a:off x="2409825" y="1123950"/>
              <a:ext cx="133500" cy="133500"/>
            </a:xfrm>
            <a:prstGeom prst="ellipse">
              <a:avLst/>
            </a:prstGeom>
            <a:solidFill>
              <a:srgbClr val="10B981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66" name="Google Shape;66;p14"/>
          <p:cNvGrpSpPr/>
          <p:nvPr/>
        </p:nvGrpSpPr>
        <p:grpSpPr>
          <a:xfrm>
            <a:off x="4953000" y="2619375"/>
            <a:ext cx="3429000" cy="1571700"/>
            <a:chOff x="0" y="0"/>
            <a:chExt cx="3429000" cy="1571700"/>
          </a:xfrm>
        </p:grpSpPr>
        <p:sp>
          <p:nvSpPr>
            <p:cNvPr id="67" name="Google Shape;67;p14"/>
            <p:cNvSpPr/>
            <p:nvPr/>
          </p:nvSpPr>
          <p:spPr>
            <a:xfrm>
              <a:off x="0" y="0"/>
              <a:ext cx="3429000" cy="1571700"/>
            </a:xfrm>
            <a:prstGeom prst="roundRect">
              <a:avLst>
                <a:gd fmla="val 9696" name="adj"/>
              </a:avLst>
            </a:prstGeom>
            <a:solidFill>
              <a:srgbClr val="FFFFFF"/>
            </a:solidFill>
            <a:ln cap="flat" cmpd="sng" w="14300">
              <a:solidFill>
                <a:srgbClr val="E2E8F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8" name="Google Shape;68;p14"/>
            <p:cNvSpPr txBox="1"/>
            <p:nvPr/>
          </p:nvSpPr>
          <p:spPr>
            <a:xfrm>
              <a:off x="228600" y="190500"/>
              <a:ext cx="2971800" cy="5715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" sz="1388">
                  <a:solidFill>
                    <a:srgbClr val="0F172A"/>
                  </a:solidFill>
                  <a:latin typeface="Inter"/>
                  <a:ea typeface="Inter"/>
                  <a:cs typeface="Inter"/>
                  <a:sym typeface="Inter"/>
                </a:rPr>
                <a:t>Git Rebase</a:t>
              </a:r>
              <a:endParaRPr b="1" sz="1388">
                <a:solidFill>
                  <a:srgbClr val="0F172A"/>
                </a:solidFill>
                <a:latin typeface="Inter"/>
                <a:ea typeface="Inter"/>
                <a:cs typeface="Inter"/>
                <a:sym typeface="Inter"/>
              </a:endParaRPr>
            </a:p>
            <a:p>
              <a:pPr indent="0" lvl="0" marL="0" rtl="0" algn="l">
                <a:spcBef>
                  <a:spcPts val="300"/>
                </a:spcBef>
                <a:spcAft>
                  <a:spcPts val="0"/>
                </a:spcAft>
                <a:buNone/>
              </a:pPr>
              <a:r>
                <a:rPr b="0" lang="en" sz="971">
                  <a:solidFill>
                    <a:srgbClr val="64748B"/>
                  </a:solidFill>
                  <a:latin typeface="Inter"/>
                  <a:ea typeface="Inter"/>
                  <a:cs typeface="Inter"/>
                  <a:sym typeface="Inter"/>
                </a:rPr>
                <a:t>Rewrites the project history by applying commits directly onto the target branch.</a:t>
              </a:r>
              <a:endParaRPr b="0" sz="971">
                <a:solidFill>
                  <a:srgbClr val="64748B"/>
                </a:solidFill>
                <a:latin typeface="Inter"/>
                <a:ea typeface="Inter"/>
                <a:cs typeface="Inter"/>
                <a:sym typeface="Inter"/>
              </a:endParaRPr>
            </a:p>
          </p:txBody>
        </p:sp>
        <p:pic>
          <p:nvPicPr>
            <p:cNvPr id="69" name="Google Shape;69;p14"/>
            <p:cNvPicPr preferRelativeResize="0"/>
            <p:nvPr/>
          </p:nvPicPr>
          <p:blipFill rotWithShape="1">
            <a:blip r:embed="rId4">
              <a:alphaModFix/>
            </a:blip>
            <a:srcRect b="0" l="0" r="0" t="0"/>
            <a:stretch/>
          </p:blipFill>
          <p:spPr>
            <a:xfrm>
              <a:off x="381000" y="1081088"/>
              <a:ext cx="2628900" cy="28500"/>
            </a:xfrm>
            <a:prstGeom prst="rect">
              <a:avLst/>
            </a:prstGeom>
            <a:noFill/>
            <a:ln>
              <a:noFill/>
            </a:ln>
          </p:spPr>
        </p:pic>
        <p:cxnSp>
          <p:nvCxnSpPr>
            <p:cNvPr id="70" name="Google Shape;70;p14"/>
            <p:cNvCxnSpPr/>
            <p:nvPr/>
          </p:nvCxnSpPr>
          <p:spPr>
            <a:xfrm>
              <a:off x="381000" y="1095375"/>
              <a:ext cx="2381400" cy="0"/>
            </a:xfrm>
            <a:prstGeom prst="straightConnector1">
              <a:avLst/>
            </a:prstGeom>
            <a:solidFill>
              <a:srgbClr val="FFFFFF"/>
            </a:solidFill>
            <a:ln cap="flat" cmpd="sng" w="28575">
              <a:solidFill>
                <a:srgbClr val="94A3B8"/>
              </a:solidFill>
              <a:prstDash val="solid"/>
              <a:round/>
              <a:headEnd len="sm" w="sm" type="none"/>
              <a:tailEnd len="sm" w="sm" type="none"/>
            </a:ln>
          </p:spPr>
        </p:cxnSp>
        <p:sp>
          <p:nvSpPr>
            <p:cNvPr id="71" name="Google Shape;71;p14"/>
            <p:cNvSpPr/>
            <p:nvPr/>
          </p:nvSpPr>
          <p:spPr>
            <a:xfrm>
              <a:off x="885825" y="1028700"/>
              <a:ext cx="133500" cy="133500"/>
            </a:xfrm>
            <a:prstGeom prst="ellipse">
              <a:avLst/>
            </a:prstGeom>
            <a:solidFill>
              <a:srgbClr val="475569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2" name="Google Shape;72;p14"/>
            <p:cNvSpPr/>
            <p:nvPr/>
          </p:nvSpPr>
          <p:spPr>
            <a:xfrm>
              <a:off x="1457325" y="1028700"/>
              <a:ext cx="133500" cy="133500"/>
            </a:xfrm>
            <a:prstGeom prst="ellipse">
              <a:avLst/>
            </a:prstGeom>
            <a:solidFill>
              <a:srgbClr val="475569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3" name="Google Shape;73;p14"/>
            <p:cNvSpPr/>
            <p:nvPr/>
          </p:nvSpPr>
          <p:spPr>
            <a:xfrm>
              <a:off x="2028825" y="1028700"/>
              <a:ext cx="133500" cy="133500"/>
            </a:xfrm>
            <a:prstGeom prst="ellipse">
              <a:avLst/>
            </a:prstGeom>
            <a:solidFill>
              <a:srgbClr val="3B82F6"/>
            </a:solidFill>
            <a:ln cap="flat" cmpd="sng" w="28575">
              <a:solidFill>
                <a:srgbClr val="DBEAFE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4" name="Google Shape;74;p14"/>
            <p:cNvSpPr/>
            <p:nvPr/>
          </p:nvSpPr>
          <p:spPr>
            <a:xfrm>
              <a:off x="2600325" y="1028700"/>
              <a:ext cx="133500" cy="133500"/>
            </a:xfrm>
            <a:prstGeom prst="ellipse">
              <a:avLst/>
            </a:prstGeom>
            <a:solidFill>
              <a:srgbClr val="3B82F6"/>
            </a:solidFill>
            <a:ln cap="flat" cmpd="sng" w="28575">
              <a:solidFill>
                <a:srgbClr val="DBEAFE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8" name="Shape 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9" name="Google Shape;79;p15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9144000" cy="5143500"/>
          </a:xfrm>
          <a:prstGeom prst="rect">
            <a:avLst/>
          </a:prstGeom>
          <a:noFill/>
          <a:ln>
            <a:noFill/>
          </a:ln>
        </p:spPr>
      </p:pic>
      <p:sp>
        <p:nvSpPr>
          <p:cNvPr id="80" name="Google Shape;80;p15"/>
          <p:cNvSpPr txBox="1"/>
          <p:nvPr/>
        </p:nvSpPr>
        <p:spPr>
          <a:xfrm>
            <a:off x="762000" y="476250"/>
            <a:ext cx="76200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925">
              <a:solidFill>
                <a:srgbClr val="2563EB"/>
              </a:solidFill>
              <a:latin typeface="Inter"/>
              <a:ea typeface="Inter"/>
              <a:cs typeface="Inter"/>
              <a:sym typeface="Inter"/>
            </a:endParaRPr>
          </a:p>
          <a:p>
            <a:pPr indent="0" lvl="0" marL="0" rtl="0" algn="l">
              <a:spcBef>
                <a:spcPts val="450"/>
              </a:spcBef>
              <a:spcAft>
                <a:spcPts val="0"/>
              </a:spcAft>
              <a:buNone/>
            </a:pPr>
            <a:r>
              <a:rPr b="0" lang="en" sz="2960">
                <a:solidFill>
                  <a:srgbClr val="0F172A"/>
                </a:solidFill>
                <a:latin typeface="Inter ExtraBold"/>
                <a:ea typeface="Inter ExtraBold"/>
                <a:cs typeface="Inter ExtraBold"/>
                <a:sym typeface="Inter ExtraBold"/>
              </a:rPr>
              <a:t>What is Git Merge?</a:t>
            </a:r>
            <a:endParaRPr b="0" sz="2960">
              <a:solidFill>
                <a:srgbClr val="0F172A"/>
              </a:solidFill>
              <a:latin typeface="Inter ExtraBold"/>
              <a:ea typeface="Inter ExtraBold"/>
              <a:cs typeface="Inter ExtraBold"/>
              <a:sym typeface="Inter ExtraBold"/>
            </a:endParaRPr>
          </a:p>
          <a:p>
            <a:pPr indent="0" lvl="0" marL="0" rtl="0" algn="l">
              <a:spcBef>
                <a:spcPts val="750"/>
              </a:spcBef>
              <a:spcAft>
                <a:spcPts val="0"/>
              </a:spcAft>
              <a:buNone/>
            </a:pPr>
            <a:r>
              <a:rPr b="0" lang="en" sz="1156">
                <a:solidFill>
                  <a:srgbClr val="475569"/>
                </a:solidFill>
                <a:latin typeface="Inter"/>
                <a:ea typeface="Inter"/>
                <a:cs typeface="Inter"/>
                <a:sym typeface="Inter"/>
              </a:rPr>
              <a:t>Combines two branches by creating a new merge commit, preserving the complete history of both development paths.</a:t>
            </a:r>
            <a:endParaRPr b="0" sz="1156">
              <a:solidFill>
                <a:srgbClr val="475569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grpSp>
        <p:nvGrpSpPr>
          <p:cNvPr id="81" name="Google Shape;81;p15"/>
          <p:cNvGrpSpPr/>
          <p:nvPr/>
        </p:nvGrpSpPr>
        <p:grpSpPr>
          <a:xfrm>
            <a:off x="818400" y="1857375"/>
            <a:ext cx="3619500" cy="2524200"/>
            <a:chOff x="0" y="0"/>
            <a:chExt cx="3619500" cy="2524200"/>
          </a:xfrm>
        </p:grpSpPr>
        <p:sp>
          <p:nvSpPr>
            <p:cNvPr id="82" name="Google Shape;82;p15"/>
            <p:cNvSpPr/>
            <p:nvPr/>
          </p:nvSpPr>
          <p:spPr>
            <a:xfrm>
              <a:off x="0" y="0"/>
              <a:ext cx="3619500" cy="2524200"/>
            </a:xfrm>
            <a:prstGeom prst="roundRect">
              <a:avLst>
                <a:gd fmla="val 6037" name="adj"/>
              </a:avLst>
            </a:prstGeom>
            <a:solidFill>
              <a:srgbClr val="FFFFFF"/>
            </a:solidFill>
            <a:ln cap="flat" cmpd="sng" w="14300">
              <a:solidFill>
                <a:srgbClr val="E2E8F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3" name="Google Shape;83;p15"/>
            <p:cNvSpPr txBox="1"/>
            <p:nvPr/>
          </p:nvSpPr>
          <p:spPr>
            <a:xfrm>
              <a:off x="228600" y="228600"/>
              <a:ext cx="3162300" cy="3810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" sz="1300">
                  <a:solidFill>
                    <a:srgbClr val="0F172A"/>
                  </a:solidFill>
                  <a:latin typeface="Inter"/>
                  <a:ea typeface="Inter"/>
                  <a:cs typeface="Inter"/>
                  <a:sym typeface="Inter"/>
                </a:rPr>
                <a:t>How it Works</a:t>
              </a:r>
              <a:endParaRPr b="1" sz="1300">
                <a:solidFill>
                  <a:srgbClr val="0F172A"/>
                </a:solidFill>
                <a:latin typeface="Inter"/>
                <a:ea typeface="Inter"/>
                <a:cs typeface="Inter"/>
                <a:sym typeface="Inter"/>
              </a:endParaRPr>
            </a:p>
          </p:txBody>
        </p:sp>
        <p:cxnSp>
          <p:nvCxnSpPr>
            <p:cNvPr id="84" name="Google Shape;84;p15"/>
            <p:cNvCxnSpPr/>
            <p:nvPr/>
          </p:nvCxnSpPr>
          <p:spPr>
            <a:xfrm>
              <a:off x="571500" y="1714500"/>
              <a:ext cx="2476500" cy="0"/>
            </a:xfrm>
            <a:prstGeom prst="straightConnector1">
              <a:avLst/>
            </a:prstGeom>
            <a:solidFill>
              <a:srgbClr val="FFFFFF"/>
            </a:solidFill>
            <a:ln cap="flat" cmpd="sng" w="28575">
              <a:solidFill>
                <a:srgbClr val="94A3B8"/>
              </a:solidFill>
              <a:prstDash val="solid"/>
              <a:round/>
              <a:headEnd len="sm" w="sm" type="none"/>
              <a:tailEnd len="sm" w="sm" type="none"/>
            </a:ln>
          </p:spPr>
        </p:cxnSp>
        <p:sp>
          <p:nvSpPr>
            <p:cNvPr id="85" name="Google Shape;85;p15"/>
            <p:cNvSpPr/>
            <p:nvPr/>
          </p:nvSpPr>
          <p:spPr>
            <a:xfrm>
              <a:off x="1143000" y="1238250"/>
              <a:ext cx="1047900" cy="476400"/>
            </a:xfrm>
            <a:custGeom>
              <a:rect b="b" l="l" r="r" t="t"/>
              <a:pathLst>
                <a:path extrusionOk="0" h="120000" w="120000">
                  <a:moveTo>
                    <a:pt x="0" y="120000"/>
                  </a:moveTo>
                  <a:cubicBezTo>
                    <a:pt x="32727" y="0"/>
                    <a:pt x="87273" y="0"/>
                    <a:pt x="120000" y="120000"/>
                  </a:cubicBezTo>
                </a:path>
              </a:pathLst>
            </a:custGeom>
            <a:solidFill>
              <a:srgbClr val="000000">
                <a:alpha val="0"/>
              </a:srgbClr>
            </a:solidFill>
            <a:ln cap="flat" cmpd="sng" w="28575">
              <a:solidFill>
                <a:srgbClr val="3B82F6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6" name="Google Shape;86;p15"/>
            <p:cNvSpPr/>
            <p:nvPr/>
          </p:nvSpPr>
          <p:spPr>
            <a:xfrm>
              <a:off x="1076325" y="1647825"/>
              <a:ext cx="133500" cy="133500"/>
            </a:xfrm>
            <a:prstGeom prst="ellipse">
              <a:avLst/>
            </a:prstGeom>
            <a:solidFill>
              <a:srgbClr val="475569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7" name="Google Shape;87;p15"/>
            <p:cNvSpPr/>
            <p:nvPr/>
          </p:nvSpPr>
          <p:spPr>
            <a:xfrm>
              <a:off x="1647825" y="1647825"/>
              <a:ext cx="133500" cy="133500"/>
            </a:xfrm>
            <a:prstGeom prst="ellipse">
              <a:avLst/>
            </a:prstGeom>
            <a:solidFill>
              <a:srgbClr val="475569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8" name="Google Shape;88;p15"/>
            <p:cNvSpPr/>
            <p:nvPr/>
          </p:nvSpPr>
          <p:spPr>
            <a:xfrm>
              <a:off x="2124075" y="1647825"/>
              <a:ext cx="133500" cy="133500"/>
            </a:xfrm>
            <a:prstGeom prst="ellipse">
              <a:avLst/>
            </a:prstGeom>
            <a:solidFill>
              <a:srgbClr val="475569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9" name="Google Shape;89;p15"/>
            <p:cNvSpPr/>
            <p:nvPr/>
          </p:nvSpPr>
          <p:spPr>
            <a:xfrm>
              <a:off x="2790825" y="1647825"/>
              <a:ext cx="133500" cy="133500"/>
            </a:xfrm>
            <a:prstGeom prst="ellipse">
              <a:avLst/>
            </a:prstGeom>
            <a:solidFill>
              <a:srgbClr val="10B981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0" name="Google Shape;90;p15"/>
            <p:cNvSpPr/>
            <p:nvPr/>
          </p:nvSpPr>
          <p:spPr>
            <a:xfrm>
              <a:off x="1342875" y="1314450"/>
              <a:ext cx="133500" cy="133500"/>
            </a:xfrm>
            <a:prstGeom prst="ellipse">
              <a:avLst/>
            </a:prstGeom>
            <a:solidFill>
              <a:srgbClr val="3B82F6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1" name="Google Shape;91;p15"/>
            <p:cNvSpPr/>
            <p:nvPr/>
          </p:nvSpPr>
          <p:spPr>
            <a:xfrm>
              <a:off x="1838325" y="1371600"/>
              <a:ext cx="133500" cy="133500"/>
            </a:xfrm>
            <a:prstGeom prst="ellipse">
              <a:avLst/>
            </a:prstGeom>
            <a:solidFill>
              <a:srgbClr val="3B82F6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2" name="Google Shape;92;p15"/>
            <p:cNvSpPr txBox="1"/>
            <p:nvPr/>
          </p:nvSpPr>
          <p:spPr>
            <a:xfrm>
              <a:off x="1095375" y="1828800"/>
              <a:ext cx="190500" cy="1905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" sz="925">
                  <a:solidFill>
                    <a:srgbClr val="64748B"/>
                  </a:solidFill>
                  <a:latin typeface="Inter"/>
                  <a:ea typeface="Inter"/>
                  <a:cs typeface="Inter"/>
                  <a:sym typeface="Inter"/>
                </a:rPr>
                <a:t>A</a:t>
              </a:r>
              <a:endParaRPr b="1" sz="925">
                <a:solidFill>
                  <a:srgbClr val="64748B"/>
                </a:solidFill>
                <a:latin typeface="Inter"/>
                <a:ea typeface="Inter"/>
                <a:cs typeface="Inter"/>
                <a:sym typeface="Inter"/>
              </a:endParaRPr>
            </a:p>
          </p:txBody>
        </p:sp>
        <p:sp>
          <p:nvSpPr>
            <p:cNvPr id="93" name="Google Shape;93;p15"/>
            <p:cNvSpPr txBox="1"/>
            <p:nvPr/>
          </p:nvSpPr>
          <p:spPr>
            <a:xfrm>
              <a:off x="1666875" y="1828800"/>
              <a:ext cx="190500" cy="1905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" sz="925">
                  <a:solidFill>
                    <a:srgbClr val="64748B"/>
                  </a:solidFill>
                  <a:latin typeface="Inter"/>
                  <a:ea typeface="Inter"/>
                  <a:cs typeface="Inter"/>
                  <a:sym typeface="Inter"/>
                </a:rPr>
                <a:t>B</a:t>
              </a:r>
              <a:endParaRPr b="1" sz="925">
                <a:solidFill>
                  <a:srgbClr val="64748B"/>
                </a:solidFill>
                <a:latin typeface="Inter"/>
                <a:ea typeface="Inter"/>
                <a:cs typeface="Inter"/>
                <a:sym typeface="Inter"/>
              </a:endParaRPr>
            </a:p>
          </p:txBody>
        </p:sp>
        <p:sp>
          <p:nvSpPr>
            <p:cNvPr id="94" name="Google Shape;94;p15"/>
            <p:cNvSpPr txBox="1"/>
            <p:nvPr/>
          </p:nvSpPr>
          <p:spPr>
            <a:xfrm>
              <a:off x="2143125" y="1828800"/>
              <a:ext cx="190500" cy="1905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" sz="925">
                  <a:solidFill>
                    <a:srgbClr val="64748B"/>
                  </a:solidFill>
                  <a:latin typeface="Inter"/>
                  <a:ea typeface="Inter"/>
                  <a:cs typeface="Inter"/>
                  <a:sym typeface="Inter"/>
                </a:rPr>
                <a:t>C</a:t>
              </a:r>
              <a:endParaRPr b="1" sz="925">
                <a:solidFill>
                  <a:srgbClr val="64748B"/>
                </a:solidFill>
                <a:latin typeface="Inter"/>
                <a:ea typeface="Inter"/>
                <a:cs typeface="Inter"/>
                <a:sym typeface="Inter"/>
              </a:endParaRPr>
            </a:p>
          </p:txBody>
        </p:sp>
        <p:sp>
          <p:nvSpPr>
            <p:cNvPr id="95" name="Google Shape;95;p15"/>
            <p:cNvSpPr txBox="1"/>
            <p:nvPr/>
          </p:nvSpPr>
          <p:spPr>
            <a:xfrm>
              <a:off x="2809875" y="1828800"/>
              <a:ext cx="190500" cy="1905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" sz="925">
                  <a:solidFill>
                    <a:srgbClr val="10B981"/>
                  </a:solidFill>
                  <a:latin typeface="Inter"/>
                  <a:ea typeface="Inter"/>
                  <a:cs typeface="Inter"/>
                  <a:sym typeface="Inter"/>
                </a:rPr>
                <a:t>M</a:t>
              </a:r>
              <a:endParaRPr b="1" sz="925">
                <a:solidFill>
                  <a:srgbClr val="10B981"/>
                </a:solidFill>
                <a:latin typeface="Inter"/>
                <a:ea typeface="Inter"/>
                <a:cs typeface="Inter"/>
                <a:sym typeface="Inter"/>
              </a:endParaRPr>
            </a:p>
          </p:txBody>
        </p:sp>
        <p:sp>
          <p:nvSpPr>
            <p:cNvPr id="96" name="Google Shape;96;p15"/>
            <p:cNvSpPr txBox="1"/>
            <p:nvPr/>
          </p:nvSpPr>
          <p:spPr>
            <a:xfrm>
              <a:off x="1476375" y="1123950"/>
              <a:ext cx="190500" cy="1905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" sz="925">
                  <a:solidFill>
                    <a:srgbClr val="3B82F6"/>
                  </a:solidFill>
                  <a:latin typeface="Inter"/>
                  <a:ea typeface="Inter"/>
                  <a:cs typeface="Inter"/>
                  <a:sym typeface="Inter"/>
                </a:rPr>
                <a:t>D</a:t>
              </a:r>
              <a:endParaRPr b="1" sz="925">
                <a:solidFill>
                  <a:srgbClr val="3B82F6"/>
                </a:solidFill>
                <a:latin typeface="Inter"/>
                <a:ea typeface="Inter"/>
                <a:cs typeface="Inter"/>
                <a:sym typeface="Inter"/>
              </a:endParaRPr>
            </a:p>
          </p:txBody>
        </p:sp>
        <p:sp>
          <p:nvSpPr>
            <p:cNvPr id="97" name="Google Shape;97;p15"/>
            <p:cNvSpPr txBox="1"/>
            <p:nvPr/>
          </p:nvSpPr>
          <p:spPr>
            <a:xfrm>
              <a:off x="1857375" y="1123950"/>
              <a:ext cx="190500" cy="1905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" sz="925">
                  <a:solidFill>
                    <a:srgbClr val="3B82F6"/>
                  </a:solidFill>
                  <a:latin typeface="Inter"/>
                  <a:ea typeface="Inter"/>
                  <a:cs typeface="Inter"/>
                  <a:sym typeface="Inter"/>
                </a:rPr>
                <a:t>E</a:t>
              </a:r>
              <a:endParaRPr b="1" sz="925">
                <a:solidFill>
                  <a:srgbClr val="3B82F6"/>
                </a:solidFill>
                <a:latin typeface="Inter"/>
                <a:ea typeface="Inter"/>
                <a:cs typeface="Inter"/>
                <a:sym typeface="Inter"/>
              </a:endParaRPr>
            </a:p>
          </p:txBody>
        </p:sp>
        <p:sp>
          <p:nvSpPr>
            <p:cNvPr id="98" name="Google Shape;98;p15"/>
            <p:cNvSpPr txBox="1"/>
            <p:nvPr/>
          </p:nvSpPr>
          <p:spPr>
            <a:xfrm>
              <a:off x="257325" y="1619325"/>
              <a:ext cx="381000" cy="1905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" sz="900">
                  <a:solidFill>
                    <a:srgbClr val="64748B"/>
                  </a:solidFill>
                  <a:latin typeface="Inter"/>
                  <a:ea typeface="Inter"/>
                  <a:cs typeface="Inter"/>
                  <a:sym typeface="Inter"/>
                </a:rPr>
                <a:t>main</a:t>
              </a:r>
              <a:endParaRPr b="1" sz="900">
                <a:solidFill>
                  <a:srgbClr val="64748B"/>
                </a:solidFill>
                <a:latin typeface="Inter"/>
                <a:ea typeface="Inter"/>
                <a:cs typeface="Inter"/>
                <a:sym typeface="Inter"/>
              </a:endParaRPr>
            </a:p>
          </p:txBody>
        </p:sp>
        <p:sp>
          <p:nvSpPr>
            <p:cNvPr id="99" name="Google Shape;99;p15"/>
            <p:cNvSpPr txBox="1"/>
            <p:nvPr/>
          </p:nvSpPr>
          <p:spPr>
            <a:xfrm>
              <a:off x="952500" y="1352550"/>
              <a:ext cx="476400" cy="1905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" sz="900">
                  <a:solidFill>
                    <a:srgbClr val="3B82F6"/>
                  </a:solidFill>
                  <a:latin typeface="Inter"/>
                  <a:ea typeface="Inter"/>
                  <a:cs typeface="Inter"/>
                  <a:sym typeface="Inter"/>
                </a:rPr>
                <a:t>feature</a:t>
              </a:r>
              <a:endParaRPr b="1" sz="900">
                <a:solidFill>
                  <a:srgbClr val="3B82F6"/>
                </a:solidFill>
                <a:latin typeface="Inter"/>
                <a:ea typeface="Inter"/>
                <a:cs typeface="Inter"/>
                <a:sym typeface="Inter"/>
              </a:endParaRPr>
            </a:p>
          </p:txBody>
        </p:sp>
      </p:grpSp>
      <p:grpSp>
        <p:nvGrpSpPr>
          <p:cNvPr id="100" name="Google Shape;100;p15"/>
          <p:cNvGrpSpPr/>
          <p:nvPr/>
        </p:nvGrpSpPr>
        <p:grpSpPr>
          <a:xfrm>
            <a:off x="4762500" y="1857375"/>
            <a:ext cx="3619500" cy="2524200"/>
            <a:chOff x="0" y="0"/>
            <a:chExt cx="3619500" cy="2524200"/>
          </a:xfrm>
        </p:grpSpPr>
        <p:sp>
          <p:nvSpPr>
            <p:cNvPr id="101" name="Google Shape;101;p15"/>
            <p:cNvSpPr/>
            <p:nvPr/>
          </p:nvSpPr>
          <p:spPr>
            <a:xfrm>
              <a:off x="0" y="0"/>
              <a:ext cx="3619500" cy="2524200"/>
            </a:xfrm>
            <a:prstGeom prst="roundRect">
              <a:avLst>
                <a:gd fmla="val 6037" name="adj"/>
              </a:avLst>
            </a:prstGeom>
            <a:solidFill>
              <a:srgbClr val="FFFFFF"/>
            </a:solidFill>
            <a:ln cap="flat" cmpd="sng" w="14300">
              <a:solidFill>
                <a:srgbClr val="E2E8F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2" name="Google Shape;102;p15"/>
            <p:cNvSpPr txBox="1"/>
            <p:nvPr/>
          </p:nvSpPr>
          <p:spPr>
            <a:xfrm>
              <a:off x="228600" y="228600"/>
              <a:ext cx="3162300" cy="20670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" sz="1300">
                  <a:solidFill>
                    <a:srgbClr val="0F172A"/>
                  </a:solidFill>
                  <a:latin typeface="Inter"/>
                  <a:ea typeface="Inter"/>
                  <a:cs typeface="Inter"/>
                  <a:sym typeface="Inter"/>
                </a:rPr>
                <a:t>Key Advantages</a:t>
              </a:r>
              <a:endParaRPr b="1" sz="1300">
                <a:solidFill>
                  <a:srgbClr val="0F172A"/>
                </a:solidFill>
                <a:latin typeface="Inter"/>
                <a:ea typeface="Inter"/>
                <a:cs typeface="Inter"/>
                <a:sym typeface="Inter"/>
              </a:endParaRPr>
            </a:p>
            <a:p>
              <a:pPr indent="0" lvl="0" marL="0" rtl="0" algn="l">
                <a:spcBef>
                  <a:spcPts val="1200"/>
                </a:spcBef>
                <a:spcAft>
                  <a:spcPts val="0"/>
                </a:spcAft>
                <a:buNone/>
              </a:pPr>
              <a:r>
                <a:rPr b="1" lang="en" sz="925">
                  <a:solidFill>
                    <a:srgbClr val="2563EB"/>
                  </a:solidFill>
                  <a:latin typeface="Inter"/>
                  <a:ea typeface="Inter"/>
                  <a:cs typeface="Inter"/>
                  <a:sym typeface="Inter"/>
                </a:rPr>
                <a:t>01. </a:t>
              </a:r>
              <a:r>
                <a:rPr b="0" lang="en" sz="1100">
                  <a:solidFill>
                    <a:srgbClr val="334155"/>
                  </a:solidFill>
                  <a:latin typeface="Inter Medium"/>
                  <a:ea typeface="Inter Medium"/>
                  <a:cs typeface="Inter Medium"/>
                  <a:sym typeface="Inter Medium"/>
                </a:rPr>
                <a:t>Preserves complete, unaltered commit history.</a:t>
              </a:r>
              <a:endParaRPr b="0" sz="1100">
                <a:solidFill>
                  <a:srgbClr val="334155"/>
                </a:solidFill>
                <a:latin typeface="Inter Medium"/>
                <a:ea typeface="Inter Medium"/>
                <a:cs typeface="Inter Medium"/>
                <a:sym typeface="Inter Medium"/>
              </a:endParaRPr>
            </a:p>
            <a:p>
              <a:pPr indent="0" lvl="0" marL="0" rtl="0" algn="l">
                <a:spcBef>
                  <a:spcPts val="900"/>
                </a:spcBef>
                <a:spcAft>
                  <a:spcPts val="0"/>
                </a:spcAft>
                <a:buNone/>
              </a:pPr>
              <a:r>
                <a:rPr b="1" lang="en" sz="925">
                  <a:solidFill>
                    <a:srgbClr val="2563EB"/>
                  </a:solidFill>
                  <a:latin typeface="Inter"/>
                  <a:ea typeface="Inter"/>
                  <a:cs typeface="Inter"/>
                  <a:sym typeface="Inter"/>
                </a:rPr>
                <a:t>02. </a:t>
              </a:r>
              <a:r>
                <a:rPr b="0" lang="en" sz="1100">
                  <a:solidFill>
                    <a:srgbClr val="334155"/>
                  </a:solidFill>
                  <a:latin typeface="Inter Medium"/>
                  <a:ea typeface="Inter Medium"/>
                  <a:cs typeface="Inter Medium"/>
                  <a:sym typeface="Inter Medium"/>
                </a:rPr>
                <a:t>Completely safe to use for shared/public branches.</a:t>
              </a:r>
              <a:endParaRPr b="0" sz="1100">
                <a:solidFill>
                  <a:srgbClr val="334155"/>
                </a:solidFill>
                <a:latin typeface="Inter Medium"/>
                <a:ea typeface="Inter Medium"/>
                <a:cs typeface="Inter Medium"/>
                <a:sym typeface="Inter Medium"/>
              </a:endParaRPr>
            </a:p>
            <a:p>
              <a:pPr indent="0" lvl="0" marL="0" rtl="0" algn="l">
                <a:spcBef>
                  <a:spcPts val="900"/>
                </a:spcBef>
                <a:spcAft>
                  <a:spcPts val="0"/>
                </a:spcAft>
                <a:buNone/>
              </a:pPr>
              <a:r>
                <a:rPr b="1" lang="en" sz="925">
                  <a:solidFill>
                    <a:srgbClr val="2563EB"/>
                  </a:solidFill>
                  <a:latin typeface="Inter"/>
                  <a:ea typeface="Inter"/>
                  <a:cs typeface="Inter"/>
                  <a:sym typeface="Inter"/>
                </a:rPr>
                <a:t>03. </a:t>
              </a:r>
              <a:r>
                <a:rPr b="0" lang="en" sz="1100">
                  <a:solidFill>
                    <a:srgbClr val="334155"/>
                  </a:solidFill>
                  <a:latin typeface="Inter Medium"/>
                  <a:ea typeface="Inter Medium"/>
                  <a:cs typeface="Inter Medium"/>
                  <a:sym typeface="Inter Medium"/>
                </a:rPr>
                <a:t>Easy to track exactly when branches were combined.</a:t>
              </a:r>
              <a:endParaRPr b="0" sz="1100">
                <a:solidFill>
                  <a:srgbClr val="334155"/>
                </a:solidFill>
                <a:latin typeface="Inter Medium"/>
                <a:ea typeface="Inter Medium"/>
                <a:cs typeface="Inter Medium"/>
                <a:sym typeface="Inter Medium"/>
              </a:endParaRPr>
            </a:p>
            <a:p>
              <a:pPr indent="0" lvl="0" marL="0" rtl="0" algn="l">
                <a:spcBef>
                  <a:spcPts val="900"/>
                </a:spcBef>
                <a:spcAft>
                  <a:spcPts val="0"/>
                </a:spcAft>
                <a:buNone/>
              </a:pPr>
              <a:r>
                <a:rPr b="1" lang="en" sz="925">
                  <a:solidFill>
                    <a:srgbClr val="2563EB"/>
                  </a:solidFill>
                  <a:latin typeface="Inter"/>
                  <a:ea typeface="Inter"/>
                  <a:cs typeface="Inter"/>
                  <a:sym typeface="Inter"/>
                </a:rPr>
                <a:t>04. </a:t>
              </a:r>
              <a:r>
                <a:rPr b="0" lang="en" sz="1100">
                  <a:solidFill>
                    <a:srgbClr val="334155"/>
                  </a:solidFill>
                  <a:latin typeface="Inter Medium"/>
                  <a:ea typeface="Inter Medium"/>
                  <a:cs typeface="Inter Medium"/>
                  <a:sym typeface="Inter Medium"/>
                </a:rPr>
                <a:t>Industry standard, optimized for team collaboration.</a:t>
              </a:r>
              <a:endParaRPr b="0" sz="1100">
                <a:solidFill>
                  <a:srgbClr val="334155"/>
                </a:solidFill>
                <a:latin typeface="Inter Medium"/>
                <a:ea typeface="Inter Medium"/>
                <a:cs typeface="Inter Medium"/>
                <a:sym typeface="Inter Medium"/>
              </a:endParaRPr>
            </a:p>
          </p:txBody>
        </p:sp>
      </p:grp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6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7" name="Google Shape;107;p16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8" name="Google Shape;108;p16"/>
          <p:cNvSpPr txBox="1"/>
          <p:nvPr/>
        </p:nvSpPr>
        <p:spPr>
          <a:xfrm>
            <a:off x="762000" y="476250"/>
            <a:ext cx="76200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856">
              <a:solidFill>
                <a:srgbClr val="2563EB"/>
              </a:solidFill>
              <a:latin typeface="Inter"/>
              <a:ea typeface="Inter"/>
              <a:cs typeface="Inter"/>
              <a:sym typeface="Inter"/>
            </a:endParaRPr>
          </a:p>
          <a:p>
            <a:pPr indent="0" lvl="0" marL="0" rtl="0" algn="l">
              <a:spcBef>
                <a:spcPts val="450"/>
              </a:spcBef>
              <a:spcAft>
                <a:spcPts val="0"/>
              </a:spcAft>
              <a:buNone/>
            </a:pPr>
            <a:r>
              <a:rPr b="0" lang="en" sz="2960">
                <a:solidFill>
                  <a:srgbClr val="0F172A"/>
                </a:solidFill>
                <a:latin typeface="Inter ExtraBold"/>
                <a:ea typeface="Inter ExtraBold"/>
                <a:cs typeface="Inter ExtraBold"/>
                <a:sym typeface="Inter ExtraBold"/>
              </a:rPr>
              <a:t>What is Git Rebase?</a:t>
            </a:r>
            <a:endParaRPr b="0" sz="2960">
              <a:solidFill>
                <a:srgbClr val="0F172A"/>
              </a:solidFill>
              <a:latin typeface="Inter ExtraBold"/>
              <a:ea typeface="Inter ExtraBold"/>
              <a:cs typeface="Inter ExtraBold"/>
              <a:sym typeface="Inter ExtraBold"/>
            </a:endParaRPr>
          </a:p>
          <a:p>
            <a:pPr indent="0" lvl="0" marL="0" rtl="0" algn="l">
              <a:spcBef>
                <a:spcPts val="750"/>
              </a:spcBef>
              <a:spcAft>
                <a:spcPts val="0"/>
              </a:spcAft>
              <a:buNone/>
            </a:pPr>
            <a:r>
              <a:rPr b="0" lang="en" sz="1150">
                <a:solidFill>
                  <a:srgbClr val="475569"/>
                </a:solidFill>
                <a:latin typeface="Inter"/>
                <a:ea typeface="Inter"/>
                <a:cs typeface="Inter"/>
                <a:sym typeface="Inter"/>
              </a:rPr>
              <a:t>Moves a branch's commits on top of another branch, rewriting history to create a clean, linear sequence of development.</a:t>
            </a:r>
            <a:endParaRPr b="0" sz="1150">
              <a:solidFill>
                <a:srgbClr val="475569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grpSp>
        <p:nvGrpSpPr>
          <p:cNvPr id="109" name="Google Shape;109;p16"/>
          <p:cNvGrpSpPr/>
          <p:nvPr/>
        </p:nvGrpSpPr>
        <p:grpSpPr>
          <a:xfrm>
            <a:off x="762000" y="1857375"/>
            <a:ext cx="3619500" cy="2524200"/>
            <a:chOff x="0" y="0"/>
            <a:chExt cx="3619500" cy="2524200"/>
          </a:xfrm>
        </p:grpSpPr>
        <p:sp>
          <p:nvSpPr>
            <p:cNvPr id="110" name="Google Shape;110;p16"/>
            <p:cNvSpPr/>
            <p:nvPr/>
          </p:nvSpPr>
          <p:spPr>
            <a:xfrm>
              <a:off x="0" y="0"/>
              <a:ext cx="3619500" cy="2524200"/>
            </a:xfrm>
            <a:prstGeom prst="roundRect">
              <a:avLst>
                <a:gd fmla="val 6037" name="adj"/>
              </a:avLst>
            </a:prstGeom>
            <a:solidFill>
              <a:srgbClr val="FFFFFF"/>
            </a:solidFill>
            <a:ln cap="flat" cmpd="sng" w="14300">
              <a:solidFill>
                <a:srgbClr val="E2E8F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1" name="Google Shape;111;p16"/>
            <p:cNvSpPr txBox="1"/>
            <p:nvPr/>
          </p:nvSpPr>
          <p:spPr>
            <a:xfrm>
              <a:off x="228600" y="228600"/>
              <a:ext cx="3162300" cy="3810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" sz="1203">
                  <a:solidFill>
                    <a:srgbClr val="0F172A"/>
                  </a:solidFill>
                  <a:latin typeface="Inter"/>
                  <a:ea typeface="Inter"/>
                  <a:cs typeface="Inter"/>
                  <a:sym typeface="Inter"/>
                </a:rPr>
                <a:t>How it Works</a:t>
              </a:r>
              <a:endParaRPr b="1" sz="1203">
                <a:solidFill>
                  <a:srgbClr val="0F172A"/>
                </a:solidFill>
                <a:latin typeface="Inter"/>
                <a:ea typeface="Inter"/>
                <a:cs typeface="Inter"/>
                <a:sym typeface="Inter"/>
              </a:endParaRPr>
            </a:p>
          </p:txBody>
        </p:sp>
        <p:grpSp>
          <p:nvGrpSpPr>
            <p:cNvPr id="112" name="Google Shape;112;p16"/>
            <p:cNvGrpSpPr/>
            <p:nvPr/>
          </p:nvGrpSpPr>
          <p:grpSpPr>
            <a:xfrm>
              <a:off x="428625" y="748665"/>
              <a:ext cx="2190750" cy="694800"/>
              <a:chOff x="0" y="-108585"/>
              <a:chExt cx="2190750" cy="694800"/>
            </a:xfrm>
          </p:grpSpPr>
          <p:sp>
            <p:nvSpPr>
              <p:cNvPr id="113" name="Google Shape;113;p16"/>
              <p:cNvSpPr txBox="1"/>
              <p:nvPr/>
            </p:nvSpPr>
            <p:spPr>
              <a:xfrm>
                <a:off x="0" y="-60951"/>
                <a:ext cx="628500" cy="1143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b="1" lang="en" sz="465">
                    <a:solidFill>
                      <a:srgbClr val="64748B"/>
                    </a:solidFill>
                    <a:latin typeface="Inter"/>
                    <a:ea typeface="Inter"/>
                    <a:cs typeface="Inter"/>
                    <a:sym typeface="Inter"/>
                  </a:rPr>
                  <a:t>BEFORE REBASE</a:t>
                </a:r>
                <a:endParaRPr b="1" sz="465">
                  <a:solidFill>
                    <a:srgbClr val="64748B"/>
                  </a:solidFill>
                  <a:latin typeface="Inter"/>
                  <a:ea typeface="Inter"/>
                  <a:cs typeface="Inter"/>
                  <a:sym typeface="Inter"/>
                </a:endParaRPr>
              </a:p>
            </p:txBody>
          </p:sp>
          <p:cxnSp>
            <p:nvCxnSpPr>
              <p:cNvPr id="114" name="Google Shape;114;p16"/>
              <p:cNvCxnSpPr/>
              <p:nvPr/>
            </p:nvCxnSpPr>
            <p:spPr>
              <a:xfrm>
                <a:off x="285750" y="333375"/>
                <a:ext cx="1905000" cy="0"/>
              </a:xfrm>
              <a:prstGeom prst="straightConnector1">
                <a:avLst/>
              </a:prstGeom>
              <a:solidFill>
                <a:srgbClr val="FFFFFF"/>
              </a:solidFill>
              <a:ln cap="flat" cmpd="sng" w="23825">
                <a:solidFill>
                  <a:srgbClr val="94A3B8"/>
                </a:solidFill>
                <a:prstDash val="solid"/>
                <a:round/>
                <a:headEnd len="sm" w="sm" type="none"/>
                <a:tailEnd len="sm" w="sm" type="none"/>
              </a:ln>
            </p:spPr>
          </p:cxnSp>
          <p:sp>
            <p:nvSpPr>
              <p:cNvPr id="115" name="Google Shape;115;p16"/>
              <p:cNvSpPr/>
              <p:nvPr/>
            </p:nvSpPr>
            <p:spPr>
              <a:xfrm>
                <a:off x="609600" y="276225"/>
                <a:ext cx="114300" cy="114300"/>
              </a:xfrm>
              <a:prstGeom prst="ellipse">
                <a:avLst/>
              </a:prstGeom>
              <a:solidFill>
                <a:srgbClr val="475569"/>
              </a:solidFill>
              <a:ln>
                <a:noFill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16" name="Google Shape;116;p16"/>
              <p:cNvSpPr/>
              <p:nvPr/>
            </p:nvSpPr>
            <p:spPr>
              <a:xfrm>
                <a:off x="1181100" y="276225"/>
                <a:ext cx="114300" cy="114300"/>
              </a:xfrm>
              <a:prstGeom prst="ellipse">
                <a:avLst/>
              </a:prstGeom>
              <a:solidFill>
                <a:srgbClr val="475569"/>
              </a:solidFill>
              <a:ln>
                <a:noFill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17" name="Google Shape;117;p16"/>
              <p:cNvSpPr/>
              <p:nvPr/>
            </p:nvSpPr>
            <p:spPr>
              <a:xfrm>
                <a:off x="1752600" y="276225"/>
                <a:ext cx="114300" cy="114300"/>
              </a:xfrm>
              <a:prstGeom prst="ellipse">
                <a:avLst/>
              </a:prstGeom>
              <a:solidFill>
                <a:srgbClr val="475569"/>
              </a:solidFill>
              <a:ln>
                <a:noFill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18" name="Google Shape;118;p16"/>
              <p:cNvSpPr txBox="1"/>
              <p:nvPr/>
            </p:nvSpPr>
            <p:spPr>
              <a:xfrm>
                <a:off x="628650" y="462915"/>
                <a:ext cx="47100" cy="1233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b="1" lang="en" sz="465">
                    <a:solidFill>
                      <a:srgbClr val="64748B"/>
                    </a:solidFill>
                    <a:latin typeface="Inter"/>
                    <a:ea typeface="Inter"/>
                    <a:cs typeface="Inter"/>
                    <a:sym typeface="Inter"/>
                  </a:rPr>
                  <a:t>A</a:t>
                </a:r>
                <a:endParaRPr b="1" sz="465">
                  <a:solidFill>
                    <a:srgbClr val="64748B"/>
                  </a:solidFill>
                  <a:latin typeface="Inter"/>
                  <a:ea typeface="Inter"/>
                  <a:cs typeface="Inter"/>
                  <a:sym typeface="Inter"/>
                </a:endParaRPr>
              </a:p>
            </p:txBody>
          </p:sp>
          <p:sp>
            <p:nvSpPr>
              <p:cNvPr id="119" name="Google Shape;119;p16"/>
              <p:cNvSpPr txBox="1"/>
              <p:nvPr/>
            </p:nvSpPr>
            <p:spPr>
              <a:xfrm>
                <a:off x="1200150" y="462915"/>
                <a:ext cx="47100" cy="1233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b="1" lang="en" sz="465">
                    <a:solidFill>
                      <a:srgbClr val="64748B"/>
                    </a:solidFill>
                    <a:latin typeface="Inter"/>
                    <a:ea typeface="Inter"/>
                    <a:cs typeface="Inter"/>
                    <a:sym typeface="Inter"/>
                  </a:rPr>
                  <a:t>B</a:t>
                </a:r>
                <a:endParaRPr b="1" sz="465">
                  <a:solidFill>
                    <a:srgbClr val="64748B"/>
                  </a:solidFill>
                  <a:latin typeface="Inter"/>
                  <a:ea typeface="Inter"/>
                  <a:cs typeface="Inter"/>
                  <a:sym typeface="Inter"/>
                </a:endParaRPr>
              </a:p>
            </p:txBody>
          </p:sp>
          <p:sp>
            <p:nvSpPr>
              <p:cNvPr id="120" name="Google Shape;120;p16"/>
              <p:cNvSpPr txBox="1"/>
              <p:nvPr/>
            </p:nvSpPr>
            <p:spPr>
              <a:xfrm>
                <a:off x="1771650" y="462915"/>
                <a:ext cx="47100" cy="1233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b="1" lang="en" sz="465">
                    <a:solidFill>
                      <a:srgbClr val="64748B"/>
                    </a:solidFill>
                    <a:latin typeface="Inter"/>
                    <a:ea typeface="Inter"/>
                    <a:cs typeface="Inter"/>
                    <a:sym typeface="Inter"/>
                  </a:rPr>
                  <a:t>C</a:t>
                </a:r>
                <a:endParaRPr b="1" sz="465">
                  <a:solidFill>
                    <a:srgbClr val="64748B"/>
                  </a:solidFill>
                  <a:latin typeface="Inter"/>
                  <a:ea typeface="Inter"/>
                  <a:cs typeface="Inter"/>
                  <a:sym typeface="Inter"/>
                </a:endParaRPr>
              </a:p>
            </p:txBody>
          </p:sp>
          <p:sp>
            <p:nvSpPr>
              <p:cNvPr id="121" name="Google Shape;121;p16"/>
              <p:cNvSpPr txBox="1"/>
              <p:nvPr/>
            </p:nvSpPr>
            <p:spPr>
              <a:xfrm>
                <a:off x="95250" y="300990"/>
                <a:ext cx="188400" cy="1233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b="1" lang="en" sz="465">
                    <a:solidFill>
                      <a:srgbClr val="64748B"/>
                    </a:solidFill>
                    <a:latin typeface="Inter"/>
                    <a:ea typeface="Inter"/>
                    <a:cs typeface="Inter"/>
                    <a:sym typeface="Inter"/>
                  </a:rPr>
                  <a:t>main</a:t>
                </a:r>
                <a:endParaRPr b="1" sz="465">
                  <a:solidFill>
                    <a:srgbClr val="64748B"/>
                  </a:solidFill>
                  <a:latin typeface="Inter"/>
                  <a:ea typeface="Inter"/>
                  <a:cs typeface="Inter"/>
                  <a:sym typeface="Inter"/>
                </a:endParaRPr>
              </a:p>
            </p:txBody>
          </p:sp>
          <p:sp>
            <p:nvSpPr>
              <p:cNvPr id="122" name="Google Shape;122;p16"/>
              <p:cNvSpPr/>
              <p:nvPr/>
            </p:nvSpPr>
            <p:spPr>
              <a:xfrm>
                <a:off x="666750" y="47625"/>
                <a:ext cx="571500" cy="285900"/>
              </a:xfrm>
              <a:custGeom>
                <a:rect b="b" l="l" r="r" t="t"/>
                <a:pathLst>
                  <a:path extrusionOk="0" h="120000" w="120000">
                    <a:moveTo>
                      <a:pt x="0" y="120000"/>
                    </a:moveTo>
                    <a:cubicBezTo>
                      <a:pt x="40000" y="0"/>
                      <a:pt x="80000" y="0"/>
                      <a:pt x="120000" y="0"/>
                    </a:cubicBezTo>
                  </a:path>
                </a:pathLst>
              </a:custGeom>
              <a:solidFill>
                <a:srgbClr val="000000">
                  <a:alpha val="0"/>
                </a:srgbClr>
              </a:solidFill>
              <a:ln cap="flat" cmpd="sng" w="23825">
                <a:solidFill>
                  <a:srgbClr val="3B82F6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cxnSp>
            <p:nvCxnSpPr>
              <p:cNvPr id="123" name="Google Shape;123;p16"/>
              <p:cNvCxnSpPr/>
              <p:nvPr/>
            </p:nvCxnSpPr>
            <p:spPr>
              <a:xfrm>
                <a:off x="1238250" y="47625"/>
                <a:ext cx="571500" cy="0"/>
              </a:xfrm>
              <a:prstGeom prst="straightConnector1">
                <a:avLst/>
              </a:prstGeom>
              <a:solidFill>
                <a:srgbClr val="FFFFFF"/>
              </a:solidFill>
              <a:ln cap="flat" cmpd="sng" w="23825">
                <a:solidFill>
                  <a:srgbClr val="3B82F6"/>
                </a:solidFill>
                <a:prstDash val="solid"/>
                <a:round/>
                <a:headEnd len="sm" w="sm" type="none"/>
                <a:tailEnd len="sm" w="sm" type="none"/>
              </a:ln>
            </p:spPr>
          </p:cxnSp>
          <p:sp>
            <p:nvSpPr>
              <p:cNvPr id="124" name="Google Shape;124;p16"/>
              <p:cNvSpPr/>
              <p:nvPr/>
            </p:nvSpPr>
            <p:spPr>
              <a:xfrm>
                <a:off x="1181100" y="-9525"/>
                <a:ext cx="114300" cy="114300"/>
              </a:xfrm>
              <a:prstGeom prst="ellipse">
                <a:avLst/>
              </a:prstGeom>
              <a:solidFill>
                <a:srgbClr val="3B82F6"/>
              </a:solidFill>
              <a:ln>
                <a:noFill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25" name="Google Shape;125;p16"/>
              <p:cNvSpPr/>
              <p:nvPr/>
            </p:nvSpPr>
            <p:spPr>
              <a:xfrm>
                <a:off x="1752600" y="-9525"/>
                <a:ext cx="114300" cy="114300"/>
              </a:xfrm>
              <a:prstGeom prst="ellipse">
                <a:avLst/>
              </a:prstGeom>
              <a:solidFill>
                <a:srgbClr val="3B82F6"/>
              </a:solidFill>
              <a:ln>
                <a:noFill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26" name="Google Shape;126;p16"/>
              <p:cNvSpPr txBox="1"/>
              <p:nvPr/>
            </p:nvSpPr>
            <p:spPr>
              <a:xfrm>
                <a:off x="1200150" y="-108585"/>
                <a:ext cx="47100" cy="1233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b="1" lang="en" sz="465">
                    <a:solidFill>
                      <a:srgbClr val="3B82F6"/>
                    </a:solidFill>
                    <a:latin typeface="Inter"/>
                    <a:ea typeface="Inter"/>
                    <a:cs typeface="Inter"/>
                    <a:sym typeface="Inter"/>
                  </a:rPr>
                  <a:t>D</a:t>
                </a:r>
                <a:endParaRPr b="1" sz="465">
                  <a:solidFill>
                    <a:srgbClr val="3B82F6"/>
                  </a:solidFill>
                  <a:latin typeface="Inter"/>
                  <a:ea typeface="Inter"/>
                  <a:cs typeface="Inter"/>
                  <a:sym typeface="Inter"/>
                </a:endParaRPr>
              </a:p>
            </p:txBody>
          </p:sp>
          <p:sp>
            <p:nvSpPr>
              <p:cNvPr id="127" name="Google Shape;127;p16"/>
              <p:cNvSpPr txBox="1"/>
              <p:nvPr/>
            </p:nvSpPr>
            <p:spPr>
              <a:xfrm>
                <a:off x="1771650" y="-108585"/>
                <a:ext cx="47100" cy="1233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b="1" lang="en" sz="465">
                    <a:solidFill>
                      <a:srgbClr val="3B82F6"/>
                    </a:solidFill>
                    <a:latin typeface="Inter"/>
                    <a:ea typeface="Inter"/>
                    <a:cs typeface="Inter"/>
                    <a:sym typeface="Inter"/>
                  </a:rPr>
                  <a:t>E</a:t>
                </a:r>
                <a:endParaRPr b="1" sz="465">
                  <a:solidFill>
                    <a:srgbClr val="3B82F6"/>
                  </a:solidFill>
                  <a:latin typeface="Inter"/>
                  <a:ea typeface="Inter"/>
                  <a:cs typeface="Inter"/>
                  <a:sym typeface="Inter"/>
                </a:endParaRPr>
              </a:p>
            </p:txBody>
          </p:sp>
          <p:sp>
            <p:nvSpPr>
              <p:cNvPr id="128" name="Google Shape;128;p16"/>
              <p:cNvSpPr txBox="1"/>
              <p:nvPr/>
            </p:nvSpPr>
            <p:spPr>
              <a:xfrm>
                <a:off x="238125" y="15240"/>
                <a:ext cx="329700" cy="1233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b="1" lang="en" sz="465">
                    <a:solidFill>
                      <a:srgbClr val="3B82F6"/>
                    </a:solidFill>
                    <a:latin typeface="Inter"/>
                    <a:ea typeface="Inter"/>
                    <a:cs typeface="Inter"/>
                    <a:sym typeface="Inter"/>
                  </a:rPr>
                  <a:t>feature</a:t>
                </a:r>
                <a:endParaRPr b="1" sz="465">
                  <a:solidFill>
                    <a:srgbClr val="3B82F6"/>
                  </a:solidFill>
                  <a:latin typeface="Inter"/>
                  <a:ea typeface="Inter"/>
                  <a:cs typeface="Inter"/>
                  <a:sym typeface="Inter"/>
                </a:endParaRPr>
              </a:p>
            </p:txBody>
          </p:sp>
        </p:grpSp>
        <p:grpSp>
          <p:nvGrpSpPr>
            <p:cNvPr id="129" name="Google Shape;129;p16"/>
            <p:cNvGrpSpPr/>
            <p:nvPr/>
          </p:nvGrpSpPr>
          <p:grpSpPr>
            <a:xfrm>
              <a:off x="428625" y="1605915"/>
              <a:ext cx="2809950" cy="647175"/>
              <a:chOff x="0" y="-60960"/>
              <a:chExt cx="2809950" cy="647175"/>
            </a:xfrm>
          </p:grpSpPr>
          <p:sp>
            <p:nvSpPr>
              <p:cNvPr id="130" name="Google Shape;130;p16"/>
              <p:cNvSpPr txBox="1"/>
              <p:nvPr/>
            </p:nvSpPr>
            <p:spPr>
              <a:xfrm>
                <a:off x="0" y="-60960"/>
                <a:ext cx="988800" cy="1233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b="1" lang="en" sz="465">
                    <a:solidFill>
                      <a:srgbClr val="64748B"/>
                    </a:solidFill>
                    <a:latin typeface="Inter"/>
                    <a:ea typeface="Inter"/>
                    <a:cs typeface="Inter"/>
                    <a:sym typeface="Inter"/>
                  </a:rPr>
                  <a:t>AFTER REBASE (LINEAR)</a:t>
                </a:r>
                <a:endParaRPr b="1" sz="465">
                  <a:solidFill>
                    <a:srgbClr val="64748B"/>
                  </a:solidFill>
                  <a:latin typeface="Inter"/>
                  <a:ea typeface="Inter"/>
                  <a:cs typeface="Inter"/>
                  <a:sym typeface="Inter"/>
                </a:endParaRPr>
              </a:p>
            </p:txBody>
          </p:sp>
          <p:cxnSp>
            <p:nvCxnSpPr>
              <p:cNvPr id="131" name="Google Shape;131;p16"/>
              <p:cNvCxnSpPr/>
              <p:nvPr/>
            </p:nvCxnSpPr>
            <p:spPr>
              <a:xfrm>
                <a:off x="285750" y="333375"/>
                <a:ext cx="2524200" cy="0"/>
              </a:xfrm>
              <a:prstGeom prst="straightConnector1">
                <a:avLst/>
              </a:prstGeom>
              <a:solidFill>
                <a:srgbClr val="FFFFFF"/>
              </a:solidFill>
              <a:ln cap="flat" cmpd="sng" w="23825">
                <a:solidFill>
                  <a:srgbClr val="94A3B8"/>
                </a:solidFill>
                <a:prstDash val="solid"/>
                <a:round/>
                <a:headEnd len="sm" w="sm" type="none"/>
                <a:tailEnd len="sm" w="sm" type="none"/>
              </a:ln>
            </p:spPr>
          </p:cxnSp>
          <p:sp>
            <p:nvSpPr>
              <p:cNvPr id="132" name="Google Shape;132;p16"/>
              <p:cNvSpPr/>
              <p:nvPr/>
            </p:nvSpPr>
            <p:spPr>
              <a:xfrm>
                <a:off x="609600" y="276225"/>
                <a:ext cx="114300" cy="114300"/>
              </a:xfrm>
              <a:prstGeom prst="ellipse">
                <a:avLst/>
              </a:prstGeom>
              <a:solidFill>
                <a:srgbClr val="475569"/>
              </a:solidFill>
              <a:ln>
                <a:noFill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33" name="Google Shape;133;p16"/>
              <p:cNvSpPr/>
              <p:nvPr/>
            </p:nvSpPr>
            <p:spPr>
              <a:xfrm>
                <a:off x="1181100" y="276225"/>
                <a:ext cx="114300" cy="114300"/>
              </a:xfrm>
              <a:prstGeom prst="ellipse">
                <a:avLst/>
              </a:prstGeom>
              <a:solidFill>
                <a:srgbClr val="475569"/>
              </a:solidFill>
              <a:ln>
                <a:noFill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34" name="Google Shape;134;p16"/>
              <p:cNvSpPr/>
              <p:nvPr/>
            </p:nvSpPr>
            <p:spPr>
              <a:xfrm>
                <a:off x="1752600" y="276225"/>
                <a:ext cx="114300" cy="114300"/>
              </a:xfrm>
              <a:prstGeom prst="ellipse">
                <a:avLst/>
              </a:prstGeom>
              <a:solidFill>
                <a:srgbClr val="475569"/>
              </a:solidFill>
              <a:ln>
                <a:noFill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35" name="Google Shape;135;p16"/>
              <p:cNvSpPr txBox="1"/>
              <p:nvPr/>
            </p:nvSpPr>
            <p:spPr>
              <a:xfrm>
                <a:off x="628650" y="462915"/>
                <a:ext cx="47100" cy="1233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b="1" lang="en" sz="465">
                    <a:solidFill>
                      <a:srgbClr val="64748B"/>
                    </a:solidFill>
                    <a:latin typeface="Inter"/>
                    <a:ea typeface="Inter"/>
                    <a:cs typeface="Inter"/>
                    <a:sym typeface="Inter"/>
                  </a:rPr>
                  <a:t>A</a:t>
                </a:r>
                <a:endParaRPr b="1" sz="465">
                  <a:solidFill>
                    <a:srgbClr val="64748B"/>
                  </a:solidFill>
                  <a:latin typeface="Inter"/>
                  <a:ea typeface="Inter"/>
                  <a:cs typeface="Inter"/>
                  <a:sym typeface="Inter"/>
                </a:endParaRPr>
              </a:p>
            </p:txBody>
          </p:sp>
          <p:sp>
            <p:nvSpPr>
              <p:cNvPr id="136" name="Google Shape;136;p16"/>
              <p:cNvSpPr txBox="1"/>
              <p:nvPr/>
            </p:nvSpPr>
            <p:spPr>
              <a:xfrm>
                <a:off x="1200150" y="462915"/>
                <a:ext cx="47100" cy="1233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b="1" lang="en" sz="465">
                    <a:solidFill>
                      <a:srgbClr val="64748B"/>
                    </a:solidFill>
                    <a:latin typeface="Inter"/>
                    <a:ea typeface="Inter"/>
                    <a:cs typeface="Inter"/>
                    <a:sym typeface="Inter"/>
                  </a:rPr>
                  <a:t>B</a:t>
                </a:r>
                <a:endParaRPr b="1" sz="465">
                  <a:solidFill>
                    <a:srgbClr val="64748B"/>
                  </a:solidFill>
                  <a:latin typeface="Inter"/>
                  <a:ea typeface="Inter"/>
                  <a:cs typeface="Inter"/>
                  <a:sym typeface="Inter"/>
                </a:endParaRPr>
              </a:p>
            </p:txBody>
          </p:sp>
          <p:sp>
            <p:nvSpPr>
              <p:cNvPr id="137" name="Google Shape;137;p16"/>
              <p:cNvSpPr txBox="1"/>
              <p:nvPr/>
            </p:nvSpPr>
            <p:spPr>
              <a:xfrm>
                <a:off x="1771650" y="462915"/>
                <a:ext cx="47100" cy="1233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b="1" lang="en" sz="465">
                    <a:solidFill>
                      <a:srgbClr val="64748B"/>
                    </a:solidFill>
                    <a:latin typeface="Inter"/>
                    <a:ea typeface="Inter"/>
                    <a:cs typeface="Inter"/>
                    <a:sym typeface="Inter"/>
                  </a:rPr>
                  <a:t>C</a:t>
                </a:r>
                <a:endParaRPr b="1" sz="465">
                  <a:solidFill>
                    <a:srgbClr val="64748B"/>
                  </a:solidFill>
                  <a:latin typeface="Inter"/>
                  <a:ea typeface="Inter"/>
                  <a:cs typeface="Inter"/>
                  <a:sym typeface="Inter"/>
                </a:endParaRPr>
              </a:p>
            </p:txBody>
          </p:sp>
          <p:sp>
            <p:nvSpPr>
              <p:cNvPr id="138" name="Google Shape;138;p16"/>
              <p:cNvSpPr txBox="1"/>
              <p:nvPr/>
            </p:nvSpPr>
            <p:spPr>
              <a:xfrm>
                <a:off x="95250" y="300990"/>
                <a:ext cx="188400" cy="1233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b="1" lang="en" sz="465">
                    <a:solidFill>
                      <a:srgbClr val="64748B"/>
                    </a:solidFill>
                    <a:latin typeface="Inter"/>
                    <a:ea typeface="Inter"/>
                    <a:cs typeface="Inter"/>
                    <a:sym typeface="Inter"/>
                  </a:rPr>
                  <a:t>main</a:t>
                </a:r>
                <a:endParaRPr b="1" sz="465">
                  <a:solidFill>
                    <a:srgbClr val="64748B"/>
                  </a:solidFill>
                  <a:latin typeface="Inter"/>
                  <a:ea typeface="Inter"/>
                  <a:cs typeface="Inter"/>
                  <a:sym typeface="Inter"/>
                </a:endParaRPr>
              </a:p>
            </p:txBody>
          </p:sp>
          <p:sp>
            <p:nvSpPr>
              <p:cNvPr id="139" name="Google Shape;139;p16"/>
              <p:cNvSpPr/>
              <p:nvPr/>
            </p:nvSpPr>
            <p:spPr>
              <a:xfrm>
                <a:off x="2209800" y="276225"/>
                <a:ext cx="114300" cy="114300"/>
              </a:xfrm>
              <a:prstGeom prst="ellipse">
                <a:avLst/>
              </a:prstGeom>
              <a:solidFill>
                <a:srgbClr val="3B82F6"/>
              </a:solidFill>
              <a:ln cap="flat" cmpd="sng" w="19050">
                <a:solidFill>
                  <a:srgbClr val="DBEAFE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40" name="Google Shape;140;p16"/>
              <p:cNvSpPr/>
              <p:nvPr/>
            </p:nvSpPr>
            <p:spPr>
              <a:xfrm>
                <a:off x="2667000" y="276225"/>
                <a:ext cx="114300" cy="114300"/>
              </a:xfrm>
              <a:prstGeom prst="ellipse">
                <a:avLst/>
              </a:prstGeom>
              <a:solidFill>
                <a:srgbClr val="3B82F6"/>
              </a:solidFill>
              <a:ln cap="flat" cmpd="sng" w="19050">
                <a:solidFill>
                  <a:srgbClr val="DBEAFE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41" name="Google Shape;141;p16"/>
              <p:cNvSpPr txBox="1"/>
              <p:nvPr/>
            </p:nvSpPr>
            <p:spPr>
              <a:xfrm>
                <a:off x="2228850" y="462915"/>
                <a:ext cx="94200" cy="1233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b="1" lang="en" sz="465">
                    <a:solidFill>
                      <a:srgbClr val="3B82F6"/>
                    </a:solidFill>
                    <a:latin typeface="Inter"/>
                    <a:ea typeface="Inter"/>
                    <a:cs typeface="Inter"/>
                    <a:sym typeface="Inter"/>
                  </a:rPr>
                  <a:t>D'</a:t>
                </a:r>
                <a:endParaRPr b="1" sz="465">
                  <a:solidFill>
                    <a:srgbClr val="3B82F6"/>
                  </a:solidFill>
                  <a:latin typeface="Inter"/>
                  <a:ea typeface="Inter"/>
                  <a:cs typeface="Inter"/>
                  <a:sym typeface="Inter"/>
                </a:endParaRPr>
              </a:p>
            </p:txBody>
          </p:sp>
          <p:sp>
            <p:nvSpPr>
              <p:cNvPr id="142" name="Google Shape;142;p16"/>
              <p:cNvSpPr txBox="1"/>
              <p:nvPr/>
            </p:nvSpPr>
            <p:spPr>
              <a:xfrm>
                <a:off x="2686050" y="462915"/>
                <a:ext cx="94200" cy="1233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b="1" lang="en" sz="465">
                    <a:solidFill>
                      <a:srgbClr val="3B82F6"/>
                    </a:solidFill>
                    <a:latin typeface="Inter"/>
                    <a:ea typeface="Inter"/>
                    <a:cs typeface="Inter"/>
                    <a:sym typeface="Inter"/>
                  </a:rPr>
                  <a:t>E'</a:t>
                </a:r>
                <a:endParaRPr b="1" sz="465">
                  <a:solidFill>
                    <a:srgbClr val="3B82F6"/>
                  </a:solidFill>
                  <a:latin typeface="Inter"/>
                  <a:ea typeface="Inter"/>
                  <a:cs typeface="Inter"/>
                  <a:sym typeface="Inter"/>
                </a:endParaRPr>
              </a:p>
            </p:txBody>
          </p:sp>
        </p:grpSp>
      </p:grpSp>
      <p:grpSp>
        <p:nvGrpSpPr>
          <p:cNvPr id="143" name="Google Shape;143;p16"/>
          <p:cNvGrpSpPr/>
          <p:nvPr/>
        </p:nvGrpSpPr>
        <p:grpSpPr>
          <a:xfrm>
            <a:off x="4762500" y="1857375"/>
            <a:ext cx="3619500" cy="2524200"/>
            <a:chOff x="0" y="0"/>
            <a:chExt cx="3619500" cy="2524200"/>
          </a:xfrm>
        </p:grpSpPr>
        <p:sp>
          <p:nvSpPr>
            <p:cNvPr id="144" name="Google Shape;144;p16"/>
            <p:cNvSpPr/>
            <p:nvPr/>
          </p:nvSpPr>
          <p:spPr>
            <a:xfrm>
              <a:off x="0" y="0"/>
              <a:ext cx="3619500" cy="2524200"/>
            </a:xfrm>
            <a:prstGeom prst="roundRect">
              <a:avLst>
                <a:gd fmla="val 6037" name="adj"/>
              </a:avLst>
            </a:prstGeom>
            <a:solidFill>
              <a:srgbClr val="FFFFFF"/>
            </a:solidFill>
            <a:ln cap="flat" cmpd="sng" w="14300">
              <a:solidFill>
                <a:srgbClr val="E2E8F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45" name="Google Shape;145;p16"/>
            <p:cNvSpPr txBox="1"/>
            <p:nvPr/>
          </p:nvSpPr>
          <p:spPr>
            <a:xfrm>
              <a:off x="228600" y="228600"/>
              <a:ext cx="3162300" cy="20670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" sz="1203">
                  <a:solidFill>
                    <a:srgbClr val="0F172A"/>
                  </a:solidFill>
                  <a:latin typeface="Inter"/>
                  <a:ea typeface="Inter"/>
                  <a:cs typeface="Inter"/>
                  <a:sym typeface="Inter"/>
                </a:rPr>
                <a:t>Key Advantages</a:t>
              </a:r>
              <a:endParaRPr b="1" sz="1203">
                <a:solidFill>
                  <a:srgbClr val="0F172A"/>
                </a:solidFill>
                <a:latin typeface="Inter"/>
                <a:ea typeface="Inter"/>
                <a:cs typeface="Inter"/>
                <a:sym typeface="Inter"/>
              </a:endParaRPr>
            </a:p>
            <a:p>
              <a:pPr indent="0" lvl="0" marL="0" rtl="0" algn="l">
                <a:spcBef>
                  <a:spcPts val="1600"/>
                </a:spcBef>
                <a:spcAft>
                  <a:spcPts val="0"/>
                </a:spcAft>
                <a:buNone/>
              </a:pPr>
              <a:r>
                <a:rPr b="1" lang="en" sz="856">
                  <a:solidFill>
                    <a:srgbClr val="2563EB"/>
                  </a:solidFill>
                  <a:latin typeface="Inter"/>
                  <a:ea typeface="Inter"/>
                  <a:cs typeface="Inter"/>
                  <a:sym typeface="Inter"/>
                </a:rPr>
                <a:t>01. </a:t>
              </a:r>
              <a:r>
                <a:rPr b="0" lang="en" sz="1018">
                  <a:solidFill>
                    <a:srgbClr val="334155"/>
                  </a:solidFill>
                  <a:latin typeface="Inter Medium"/>
                  <a:ea typeface="Inter Medium"/>
                  <a:cs typeface="Inter Medium"/>
                  <a:sym typeface="Inter Medium"/>
                </a:rPr>
                <a:t>Creates a clean, perfectly linear project history.</a:t>
              </a:r>
              <a:endParaRPr sz="1295"/>
            </a:p>
            <a:p>
              <a:pPr indent="0" lvl="0" marL="0" rtl="0" algn="l">
                <a:spcBef>
                  <a:spcPts val="1200"/>
                </a:spcBef>
                <a:spcAft>
                  <a:spcPts val="0"/>
                </a:spcAft>
                <a:buNone/>
              </a:pPr>
              <a:r>
                <a:rPr b="1" lang="en" sz="856">
                  <a:solidFill>
                    <a:srgbClr val="2563EB"/>
                  </a:solidFill>
                  <a:latin typeface="Inter"/>
                  <a:ea typeface="Inter"/>
                  <a:cs typeface="Inter"/>
                  <a:sym typeface="Inter"/>
                </a:rPr>
                <a:t>02. </a:t>
              </a:r>
              <a:r>
                <a:rPr b="0" lang="en" sz="1018">
                  <a:solidFill>
                    <a:srgbClr val="334155"/>
                  </a:solidFill>
                  <a:latin typeface="Inter Medium"/>
                  <a:ea typeface="Inter Medium"/>
                  <a:cs typeface="Inter Medium"/>
                  <a:sym typeface="Inter Medium"/>
                </a:rPr>
                <a:t>Makes the shared commit log much easier to read.</a:t>
              </a:r>
              <a:endParaRPr sz="1295"/>
            </a:p>
            <a:p>
              <a:pPr indent="0" lvl="0" marL="0" rtl="0" algn="l">
                <a:spcBef>
                  <a:spcPts val="1200"/>
                </a:spcBef>
                <a:spcAft>
                  <a:spcPts val="0"/>
                </a:spcAft>
                <a:buNone/>
              </a:pPr>
              <a:r>
                <a:rPr b="1" lang="en" sz="856">
                  <a:solidFill>
                    <a:srgbClr val="2563EB"/>
                  </a:solidFill>
                  <a:latin typeface="Inter"/>
                  <a:ea typeface="Inter"/>
                  <a:cs typeface="Inter"/>
                  <a:sym typeface="Inter"/>
                </a:rPr>
                <a:t>03. </a:t>
              </a:r>
              <a:r>
                <a:rPr b="0" lang="en" sz="1018">
                  <a:solidFill>
                    <a:srgbClr val="334155"/>
                  </a:solidFill>
                  <a:latin typeface="Inter Medium"/>
                  <a:ea typeface="Inter Medium"/>
                  <a:cs typeface="Inter Medium"/>
                  <a:sym typeface="Inter Medium"/>
                </a:rPr>
                <a:t>Keeps feature branches continuously up to date.</a:t>
              </a:r>
              <a:endParaRPr sz="1295"/>
            </a:p>
            <a:p>
              <a:pPr indent="0" lvl="0" marL="0" rtl="0" algn="l">
                <a:spcBef>
                  <a:spcPts val="1200"/>
                </a:spcBef>
                <a:spcAft>
                  <a:spcPts val="1200"/>
                </a:spcAft>
                <a:buNone/>
              </a:pPr>
              <a:r>
                <a:rPr b="1" lang="en" sz="856">
                  <a:solidFill>
                    <a:srgbClr val="2563EB"/>
                  </a:solidFill>
                  <a:latin typeface="Inter"/>
                  <a:ea typeface="Inter"/>
                  <a:cs typeface="Inter"/>
                  <a:sym typeface="Inter"/>
                </a:rPr>
                <a:t>04. </a:t>
              </a:r>
              <a:r>
                <a:rPr b="0" lang="en" sz="1018">
                  <a:solidFill>
                    <a:srgbClr val="334155"/>
                  </a:solidFill>
                  <a:latin typeface="Inter Medium"/>
                  <a:ea typeface="Inter Medium"/>
                  <a:cs typeface="Inter Medium"/>
                  <a:sym typeface="Inter Medium"/>
                </a:rPr>
                <a:t>Avoids cluttering the tree with empty merge commits.</a:t>
              </a:r>
              <a:endParaRPr sz="1295"/>
            </a:p>
          </p:txBody>
        </p:sp>
      </p:grp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9" name="Shape 1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0" name="Google Shape;150;p17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1" name="Google Shape;151;p17"/>
          <p:cNvSpPr txBox="1"/>
          <p:nvPr/>
        </p:nvSpPr>
        <p:spPr>
          <a:xfrm>
            <a:off x="762000" y="428625"/>
            <a:ext cx="7620000" cy="1047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850">
              <a:solidFill>
                <a:srgbClr val="2563EB"/>
              </a:solidFill>
              <a:latin typeface="Inter"/>
              <a:ea typeface="Inter"/>
              <a:cs typeface="Inter"/>
              <a:sym typeface="Inter"/>
            </a:endParaRPr>
          </a:p>
          <a:p>
            <a:pPr indent="0" lvl="0" marL="0" rtl="0" algn="l">
              <a:spcBef>
                <a:spcPts val="450"/>
              </a:spcBef>
              <a:spcAft>
                <a:spcPts val="0"/>
              </a:spcAft>
              <a:buNone/>
            </a:pPr>
            <a:r>
              <a:rPr b="0" lang="en" sz="2800">
                <a:solidFill>
                  <a:srgbClr val="0F172A"/>
                </a:solidFill>
                <a:latin typeface="Inter ExtraBold"/>
                <a:ea typeface="Inter ExtraBold"/>
                <a:cs typeface="Inter ExtraBold"/>
                <a:sym typeface="Inter ExtraBold"/>
              </a:rPr>
              <a:t>Merge vs Rebase</a:t>
            </a:r>
            <a:endParaRPr b="0" sz="2800">
              <a:solidFill>
                <a:srgbClr val="0F172A"/>
              </a:solidFill>
              <a:latin typeface="Inter ExtraBold"/>
              <a:ea typeface="Inter ExtraBold"/>
              <a:cs typeface="Inter ExtraBold"/>
              <a:sym typeface="Inter ExtraBold"/>
            </a:endParaRPr>
          </a:p>
          <a:p>
            <a:pPr indent="0" lvl="0" marL="0" rtl="0" algn="l">
              <a:spcBef>
                <a:spcPts val="750"/>
              </a:spcBef>
              <a:spcAft>
                <a:spcPts val="0"/>
              </a:spcAft>
              <a:buNone/>
            </a:pPr>
            <a:r>
              <a:rPr b="0" lang="en" sz="1150">
                <a:solidFill>
                  <a:srgbClr val="475569"/>
                </a:solidFill>
                <a:latin typeface="Inter"/>
                <a:ea typeface="Inter"/>
                <a:cs typeface="Inter"/>
                <a:sym typeface="Inter"/>
              </a:rPr>
              <a:t>A side-by-side comparison of features, workflows, and best practices.</a:t>
            </a:r>
            <a:endParaRPr b="0" sz="1150">
              <a:solidFill>
                <a:srgbClr val="475569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grpSp>
        <p:nvGrpSpPr>
          <p:cNvPr id="152" name="Google Shape;152;p17"/>
          <p:cNvGrpSpPr/>
          <p:nvPr/>
        </p:nvGrpSpPr>
        <p:grpSpPr>
          <a:xfrm>
            <a:off x="752475" y="1657350"/>
            <a:ext cx="4972200" cy="3019500"/>
            <a:chOff x="-9525" y="-9525"/>
            <a:chExt cx="4972200" cy="3019500"/>
          </a:xfrm>
        </p:grpSpPr>
        <p:pic>
          <p:nvPicPr>
            <p:cNvPr id="153" name="Google Shape;153;p17"/>
            <p:cNvPicPr preferRelativeResize="0"/>
            <p:nvPr/>
          </p:nvPicPr>
          <p:blipFill rotWithShape="1">
            <a:blip r:embed="rId3">
              <a:alphaModFix/>
            </a:blip>
            <a:srcRect b="0" l="0" r="0" t="0"/>
            <a:stretch/>
          </p:blipFill>
          <p:spPr>
            <a:xfrm>
              <a:off x="-9525" y="-9525"/>
              <a:ext cx="4972200" cy="3019500"/>
            </a:xfrm>
            <a:prstGeom prst="rect">
              <a:avLst/>
            </a:prstGeom>
            <a:noFill/>
            <a:ln>
              <a:noFill/>
            </a:ln>
          </p:spPr>
        </p:pic>
        <p:cxnSp>
          <p:nvCxnSpPr>
            <p:cNvPr id="154" name="Google Shape;154;p17"/>
            <p:cNvCxnSpPr/>
            <p:nvPr/>
          </p:nvCxnSpPr>
          <p:spPr>
            <a:xfrm>
              <a:off x="190500" y="476250"/>
              <a:ext cx="4572000" cy="0"/>
            </a:xfrm>
            <a:prstGeom prst="straightConnector1">
              <a:avLst/>
            </a:prstGeom>
            <a:solidFill>
              <a:srgbClr val="FFFFFF"/>
            </a:solidFill>
            <a:ln cap="flat" cmpd="sng" w="14300">
              <a:solidFill>
                <a:srgbClr val="E2E8F0"/>
              </a:solidFill>
              <a:prstDash val="solid"/>
              <a:round/>
              <a:headEnd len="sm" w="sm" type="none"/>
              <a:tailEnd len="sm" w="sm" type="none"/>
            </a:ln>
          </p:spPr>
        </p:cxnSp>
        <p:cxnSp>
          <p:nvCxnSpPr>
            <p:cNvPr id="155" name="Google Shape;155;p17"/>
            <p:cNvCxnSpPr/>
            <p:nvPr/>
          </p:nvCxnSpPr>
          <p:spPr>
            <a:xfrm>
              <a:off x="190500" y="971550"/>
              <a:ext cx="4572000" cy="0"/>
            </a:xfrm>
            <a:prstGeom prst="straightConnector1">
              <a:avLst/>
            </a:prstGeom>
            <a:solidFill>
              <a:srgbClr val="FFFFFF"/>
            </a:solidFill>
            <a:ln cap="flat" cmpd="sng" w="11425">
              <a:solidFill>
                <a:srgbClr val="F1F5F9"/>
              </a:solidFill>
              <a:prstDash val="solid"/>
              <a:round/>
              <a:headEnd len="sm" w="sm" type="none"/>
              <a:tailEnd len="sm" w="sm" type="none"/>
            </a:ln>
          </p:spPr>
        </p:cxnSp>
        <p:cxnSp>
          <p:nvCxnSpPr>
            <p:cNvPr id="156" name="Google Shape;156;p17"/>
            <p:cNvCxnSpPr/>
            <p:nvPr/>
          </p:nvCxnSpPr>
          <p:spPr>
            <a:xfrm>
              <a:off x="190500" y="1466850"/>
              <a:ext cx="4572000" cy="0"/>
            </a:xfrm>
            <a:prstGeom prst="straightConnector1">
              <a:avLst/>
            </a:prstGeom>
            <a:solidFill>
              <a:srgbClr val="FFFFFF"/>
            </a:solidFill>
            <a:ln cap="flat" cmpd="sng" w="11425">
              <a:solidFill>
                <a:srgbClr val="F1F5F9"/>
              </a:solidFill>
              <a:prstDash val="solid"/>
              <a:round/>
              <a:headEnd len="sm" w="sm" type="none"/>
              <a:tailEnd len="sm" w="sm" type="none"/>
            </a:ln>
          </p:spPr>
        </p:cxnSp>
        <p:cxnSp>
          <p:nvCxnSpPr>
            <p:cNvPr id="157" name="Google Shape;157;p17"/>
            <p:cNvCxnSpPr/>
            <p:nvPr/>
          </p:nvCxnSpPr>
          <p:spPr>
            <a:xfrm>
              <a:off x="190500" y="1962150"/>
              <a:ext cx="4572000" cy="0"/>
            </a:xfrm>
            <a:prstGeom prst="straightConnector1">
              <a:avLst/>
            </a:prstGeom>
            <a:solidFill>
              <a:srgbClr val="FFFFFF"/>
            </a:solidFill>
            <a:ln cap="flat" cmpd="sng" w="11425">
              <a:solidFill>
                <a:srgbClr val="F1F5F9"/>
              </a:solidFill>
              <a:prstDash val="solid"/>
              <a:round/>
              <a:headEnd len="sm" w="sm" type="none"/>
              <a:tailEnd len="sm" w="sm" type="none"/>
            </a:ln>
          </p:spPr>
        </p:cxnSp>
        <p:cxnSp>
          <p:nvCxnSpPr>
            <p:cNvPr id="158" name="Google Shape;158;p17"/>
            <p:cNvCxnSpPr/>
            <p:nvPr/>
          </p:nvCxnSpPr>
          <p:spPr>
            <a:xfrm>
              <a:off x="190500" y="2457450"/>
              <a:ext cx="4572000" cy="0"/>
            </a:xfrm>
            <a:prstGeom prst="straightConnector1">
              <a:avLst/>
            </a:prstGeom>
            <a:solidFill>
              <a:srgbClr val="FFFFFF"/>
            </a:solidFill>
            <a:ln cap="flat" cmpd="sng" w="11425">
              <a:solidFill>
                <a:srgbClr val="F1F5F9"/>
              </a:solidFill>
              <a:prstDash val="solid"/>
              <a:round/>
              <a:headEnd len="sm" w="sm" type="none"/>
              <a:tailEnd len="sm" w="sm" type="none"/>
            </a:ln>
          </p:spPr>
        </p:cxnSp>
        <p:sp>
          <p:nvSpPr>
            <p:cNvPr id="159" name="Google Shape;159;p17"/>
            <p:cNvSpPr txBox="1"/>
            <p:nvPr/>
          </p:nvSpPr>
          <p:spPr>
            <a:xfrm>
              <a:off x="190500" y="142875"/>
              <a:ext cx="1524000" cy="2859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" sz="1000">
                  <a:solidFill>
                    <a:srgbClr val="2563EB"/>
                  </a:solidFill>
                  <a:latin typeface="Inter"/>
                  <a:ea typeface="Inter"/>
                  <a:cs typeface="Inter"/>
                  <a:sym typeface="Inter"/>
                </a:rPr>
                <a:t>Feature</a:t>
              </a:r>
              <a:endParaRPr b="1" sz="1000">
                <a:solidFill>
                  <a:srgbClr val="2563EB"/>
                </a:solidFill>
                <a:latin typeface="Inter"/>
                <a:ea typeface="Inter"/>
                <a:cs typeface="Inter"/>
                <a:sym typeface="Inter"/>
              </a:endParaRPr>
            </a:p>
          </p:txBody>
        </p:sp>
        <p:sp>
          <p:nvSpPr>
            <p:cNvPr id="160" name="Google Shape;160;p17"/>
            <p:cNvSpPr txBox="1"/>
            <p:nvPr/>
          </p:nvSpPr>
          <p:spPr>
            <a:xfrm>
              <a:off x="1809750" y="142875"/>
              <a:ext cx="1428900" cy="2859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" sz="1200">
                  <a:solidFill>
                    <a:srgbClr val="0F172A"/>
                  </a:solidFill>
                  <a:latin typeface="Inter"/>
                  <a:ea typeface="Inter"/>
                  <a:cs typeface="Inter"/>
                  <a:sym typeface="Inter"/>
                </a:rPr>
                <a:t>Merge</a:t>
              </a:r>
              <a:endParaRPr b="1" sz="1200">
                <a:solidFill>
                  <a:srgbClr val="0F172A"/>
                </a:solidFill>
                <a:latin typeface="Inter"/>
                <a:ea typeface="Inter"/>
                <a:cs typeface="Inter"/>
                <a:sym typeface="Inter"/>
              </a:endParaRPr>
            </a:p>
          </p:txBody>
        </p:sp>
        <p:sp>
          <p:nvSpPr>
            <p:cNvPr id="161" name="Google Shape;161;p17"/>
            <p:cNvSpPr txBox="1"/>
            <p:nvPr/>
          </p:nvSpPr>
          <p:spPr>
            <a:xfrm>
              <a:off x="3333750" y="142875"/>
              <a:ext cx="1428900" cy="2859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" sz="1200">
                  <a:solidFill>
                    <a:srgbClr val="0F172A"/>
                  </a:solidFill>
                  <a:latin typeface="Inter"/>
                  <a:ea typeface="Inter"/>
                  <a:cs typeface="Inter"/>
                  <a:sym typeface="Inter"/>
                </a:rPr>
                <a:t>Rebase</a:t>
              </a:r>
              <a:endParaRPr b="1" sz="1200">
                <a:solidFill>
                  <a:srgbClr val="0F172A"/>
                </a:solidFill>
                <a:latin typeface="Inter"/>
                <a:ea typeface="Inter"/>
                <a:cs typeface="Inter"/>
                <a:sym typeface="Inter"/>
              </a:endParaRPr>
            </a:p>
          </p:txBody>
        </p:sp>
        <p:grpSp>
          <p:nvGrpSpPr>
            <p:cNvPr id="162" name="Google Shape;162;p17"/>
            <p:cNvGrpSpPr/>
            <p:nvPr/>
          </p:nvGrpSpPr>
          <p:grpSpPr>
            <a:xfrm>
              <a:off x="190500" y="609600"/>
              <a:ext cx="4572150" cy="228600"/>
              <a:chOff x="0" y="0"/>
              <a:chExt cx="4572150" cy="228600"/>
            </a:xfrm>
          </p:grpSpPr>
          <p:sp>
            <p:nvSpPr>
              <p:cNvPr id="163" name="Google Shape;163;p17"/>
              <p:cNvSpPr txBox="1"/>
              <p:nvPr/>
            </p:nvSpPr>
            <p:spPr>
              <a:xfrm>
                <a:off x="0" y="0"/>
                <a:ext cx="1524000" cy="2286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b="0" lang="en" sz="1100">
                    <a:solidFill>
                      <a:srgbClr val="475569"/>
                    </a:solidFill>
                    <a:latin typeface="Inter SemiBold"/>
                    <a:ea typeface="Inter SemiBold"/>
                    <a:cs typeface="Inter SemiBold"/>
                    <a:sym typeface="Inter SemiBold"/>
                  </a:rPr>
                  <a:t>History</a:t>
                </a:r>
                <a:endParaRPr b="0" sz="1100">
                  <a:solidFill>
                    <a:srgbClr val="475569"/>
                  </a:solidFill>
                  <a:latin typeface="Inter SemiBold"/>
                  <a:ea typeface="Inter SemiBold"/>
                  <a:cs typeface="Inter SemiBold"/>
                  <a:sym typeface="Inter SemiBold"/>
                </a:endParaRPr>
              </a:p>
            </p:txBody>
          </p:sp>
          <p:sp>
            <p:nvSpPr>
              <p:cNvPr id="164" name="Google Shape;164;p17"/>
              <p:cNvSpPr txBox="1"/>
              <p:nvPr/>
            </p:nvSpPr>
            <p:spPr>
              <a:xfrm>
                <a:off x="1619250" y="0"/>
                <a:ext cx="1428900" cy="2286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b="0" lang="en" sz="1100">
                    <a:solidFill>
                      <a:srgbClr val="0F172A"/>
                    </a:solidFill>
                    <a:latin typeface="Inter Medium"/>
                    <a:ea typeface="Inter Medium"/>
                    <a:cs typeface="Inter Medium"/>
                    <a:sym typeface="Inter Medium"/>
                  </a:rPr>
                  <a:t>Preserves complete</a:t>
                </a:r>
                <a:endParaRPr b="0" sz="1100">
                  <a:solidFill>
                    <a:srgbClr val="0F172A"/>
                  </a:solidFill>
                  <a:latin typeface="Inter Medium"/>
                  <a:ea typeface="Inter Medium"/>
                  <a:cs typeface="Inter Medium"/>
                  <a:sym typeface="Inter Medium"/>
                </a:endParaRPr>
              </a:p>
            </p:txBody>
          </p:sp>
          <p:sp>
            <p:nvSpPr>
              <p:cNvPr id="165" name="Google Shape;165;p17"/>
              <p:cNvSpPr txBox="1"/>
              <p:nvPr/>
            </p:nvSpPr>
            <p:spPr>
              <a:xfrm>
                <a:off x="3143250" y="0"/>
                <a:ext cx="1428900" cy="2286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b="0" lang="en" sz="1100">
                    <a:solidFill>
                      <a:srgbClr val="0F172A"/>
                    </a:solidFill>
                    <a:latin typeface="Inter Medium"/>
                    <a:ea typeface="Inter Medium"/>
                    <a:cs typeface="Inter Medium"/>
                    <a:sym typeface="Inter Medium"/>
                  </a:rPr>
                  <a:t>Creates linear</a:t>
                </a:r>
                <a:endParaRPr b="0" sz="1100">
                  <a:solidFill>
                    <a:srgbClr val="0F172A"/>
                  </a:solidFill>
                  <a:latin typeface="Inter Medium"/>
                  <a:ea typeface="Inter Medium"/>
                  <a:cs typeface="Inter Medium"/>
                  <a:sym typeface="Inter Medium"/>
                </a:endParaRPr>
              </a:p>
            </p:txBody>
          </p:sp>
        </p:grpSp>
        <p:grpSp>
          <p:nvGrpSpPr>
            <p:cNvPr id="166" name="Google Shape;166;p17"/>
            <p:cNvGrpSpPr/>
            <p:nvPr/>
          </p:nvGrpSpPr>
          <p:grpSpPr>
            <a:xfrm>
              <a:off x="190500" y="1104900"/>
              <a:ext cx="4572150" cy="228600"/>
              <a:chOff x="0" y="0"/>
              <a:chExt cx="4572150" cy="228600"/>
            </a:xfrm>
          </p:grpSpPr>
          <p:sp>
            <p:nvSpPr>
              <p:cNvPr id="167" name="Google Shape;167;p17"/>
              <p:cNvSpPr txBox="1"/>
              <p:nvPr/>
            </p:nvSpPr>
            <p:spPr>
              <a:xfrm>
                <a:off x="0" y="0"/>
                <a:ext cx="1524000" cy="2286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b="0" lang="en" sz="1100">
                    <a:solidFill>
                      <a:srgbClr val="475569"/>
                    </a:solidFill>
                    <a:latin typeface="Inter SemiBold"/>
                    <a:ea typeface="Inter SemiBold"/>
                    <a:cs typeface="Inter SemiBold"/>
                    <a:sym typeface="Inter SemiBold"/>
                  </a:rPr>
                  <a:t>Merge Commit</a:t>
                </a:r>
                <a:endParaRPr b="0" sz="1100">
                  <a:solidFill>
                    <a:srgbClr val="475569"/>
                  </a:solidFill>
                  <a:latin typeface="Inter SemiBold"/>
                  <a:ea typeface="Inter SemiBold"/>
                  <a:cs typeface="Inter SemiBold"/>
                  <a:sym typeface="Inter SemiBold"/>
                </a:endParaRPr>
              </a:p>
            </p:txBody>
          </p:sp>
          <p:sp>
            <p:nvSpPr>
              <p:cNvPr id="168" name="Google Shape;168;p17"/>
              <p:cNvSpPr txBox="1"/>
              <p:nvPr/>
            </p:nvSpPr>
            <p:spPr>
              <a:xfrm>
                <a:off x="1619250" y="0"/>
                <a:ext cx="1428900" cy="2286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b="1" lang="en" sz="950">
                    <a:solidFill>
                      <a:srgbClr val="15803D"/>
                    </a:solidFill>
                    <a:highlight>
                      <a:srgbClr val="DCFCE7"/>
                    </a:highlight>
                    <a:latin typeface="Inter"/>
                    <a:ea typeface="Inter"/>
                    <a:cs typeface="Inter"/>
                    <a:sym typeface="Inter"/>
                  </a:rPr>
                  <a:t>Yes</a:t>
                </a:r>
                <a:endParaRPr/>
              </a:p>
            </p:txBody>
          </p:sp>
          <p:sp>
            <p:nvSpPr>
              <p:cNvPr id="169" name="Google Shape;169;p17"/>
              <p:cNvSpPr txBox="1"/>
              <p:nvPr/>
            </p:nvSpPr>
            <p:spPr>
              <a:xfrm>
                <a:off x="3143250" y="0"/>
                <a:ext cx="1428900" cy="2286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b="1" lang="en" sz="950">
                    <a:solidFill>
                      <a:srgbClr val="B91C1C"/>
                    </a:solidFill>
                    <a:highlight>
                      <a:srgbClr val="FEE2E2"/>
                    </a:highlight>
                    <a:latin typeface="Inter"/>
                    <a:ea typeface="Inter"/>
                    <a:cs typeface="Inter"/>
                    <a:sym typeface="Inter"/>
                  </a:rPr>
                  <a:t>No</a:t>
                </a:r>
                <a:endParaRPr/>
              </a:p>
            </p:txBody>
          </p:sp>
        </p:grpSp>
        <p:grpSp>
          <p:nvGrpSpPr>
            <p:cNvPr id="170" name="Google Shape;170;p17"/>
            <p:cNvGrpSpPr/>
            <p:nvPr/>
          </p:nvGrpSpPr>
          <p:grpSpPr>
            <a:xfrm>
              <a:off x="190500" y="1600200"/>
              <a:ext cx="4572150" cy="228600"/>
              <a:chOff x="0" y="0"/>
              <a:chExt cx="4572150" cy="228600"/>
            </a:xfrm>
          </p:grpSpPr>
          <p:sp>
            <p:nvSpPr>
              <p:cNvPr id="171" name="Google Shape;171;p17"/>
              <p:cNvSpPr txBox="1"/>
              <p:nvPr/>
            </p:nvSpPr>
            <p:spPr>
              <a:xfrm>
                <a:off x="0" y="0"/>
                <a:ext cx="1524000" cy="2286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b="0" lang="en" sz="1100">
                    <a:solidFill>
                      <a:srgbClr val="475569"/>
                    </a:solidFill>
                    <a:latin typeface="Inter SemiBold"/>
                    <a:ea typeface="Inter SemiBold"/>
                    <a:cs typeface="Inter SemiBold"/>
                    <a:sym typeface="Inter SemiBold"/>
                  </a:rPr>
                  <a:t>Rewrites History</a:t>
                </a:r>
                <a:endParaRPr b="0" sz="1100">
                  <a:solidFill>
                    <a:srgbClr val="475569"/>
                  </a:solidFill>
                  <a:latin typeface="Inter SemiBold"/>
                  <a:ea typeface="Inter SemiBold"/>
                  <a:cs typeface="Inter SemiBold"/>
                  <a:sym typeface="Inter SemiBold"/>
                </a:endParaRPr>
              </a:p>
            </p:txBody>
          </p:sp>
          <p:sp>
            <p:nvSpPr>
              <p:cNvPr id="172" name="Google Shape;172;p17"/>
              <p:cNvSpPr txBox="1"/>
              <p:nvPr/>
            </p:nvSpPr>
            <p:spPr>
              <a:xfrm>
                <a:off x="1619250" y="0"/>
                <a:ext cx="1428900" cy="2286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b="1" lang="en" sz="950">
                    <a:solidFill>
                      <a:srgbClr val="B91C1C"/>
                    </a:solidFill>
                    <a:highlight>
                      <a:srgbClr val="FEE2E2"/>
                    </a:highlight>
                    <a:latin typeface="Inter"/>
                    <a:ea typeface="Inter"/>
                    <a:cs typeface="Inter"/>
                    <a:sym typeface="Inter"/>
                  </a:rPr>
                  <a:t>No</a:t>
                </a:r>
                <a:endParaRPr/>
              </a:p>
            </p:txBody>
          </p:sp>
          <p:sp>
            <p:nvSpPr>
              <p:cNvPr id="173" name="Google Shape;173;p17"/>
              <p:cNvSpPr txBox="1"/>
              <p:nvPr/>
            </p:nvSpPr>
            <p:spPr>
              <a:xfrm>
                <a:off x="3143250" y="0"/>
                <a:ext cx="1428900" cy="2286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b="1" lang="en" sz="950">
                    <a:solidFill>
                      <a:srgbClr val="15803D"/>
                    </a:solidFill>
                    <a:highlight>
                      <a:srgbClr val="DCFCE7"/>
                    </a:highlight>
                    <a:latin typeface="Inter"/>
                    <a:ea typeface="Inter"/>
                    <a:cs typeface="Inter"/>
                    <a:sym typeface="Inter"/>
                  </a:rPr>
                  <a:t>Yes</a:t>
                </a:r>
                <a:endParaRPr/>
              </a:p>
            </p:txBody>
          </p:sp>
        </p:grpSp>
        <p:grpSp>
          <p:nvGrpSpPr>
            <p:cNvPr id="174" name="Google Shape;174;p17"/>
            <p:cNvGrpSpPr/>
            <p:nvPr/>
          </p:nvGrpSpPr>
          <p:grpSpPr>
            <a:xfrm>
              <a:off x="190500" y="2095500"/>
              <a:ext cx="4572150" cy="228600"/>
              <a:chOff x="0" y="0"/>
              <a:chExt cx="4572150" cy="228600"/>
            </a:xfrm>
          </p:grpSpPr>
          <p:sp>
            <p:nvSpPr>
              <p:cNvPr id="175" name="Google Shape;175;p17"/>
              <p:cNvSpPr txBox="1"/>
              <p:nvPr/>
            </p:nvSpPr>
            <p:spPr>
              <a:xfrm>
                <a:off x="0" y="0"/>
                <a:ext cx="1524000" cy="2286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b="0" lang="en" sz="1100">
                    <a:solidFill>
                      <a:srgbClr val="475569"/>
                    </a:solidFill>
                    <a:latin typeface="Inter SemiBold"/>
                    <a:ea typeface="Inter SemiBold"/>
                    <a:cs typeface="Inter SemiBold"/>
                    <a:sym typeface="Inter SemiBold"/>
                  </a:rPr>
                  <a:t>Shared Branches</a:t>
                </a:r>
                <a:endParaRPr b="0" sz="1100">
                  <a:solidFill>
                    <a:srgbClr val="475569"/>
                  </a:solidFill>
                  <a:latin typeface="Inter SemiBold"/>
                  <a:ea typeface="Inter SemiBold"/>
                  <a:cs typeface="Inter SemiBold"/>
                  <a:sym typeface="Inter SemiBold"/>
                </a:endParaRPr>
              </a:p>
            </p:txBody>
          </p:sp>
          <p:sp>
            <p:nvSpPr>
              <p:cNvPr id="176" name="Google Shape;176;p17"/>
              <p:cNvSpPr txBox="1"/>
              <p:nvPr/>
            </p:nvSpPr>
            <p:spPr>
              <a:xfrm>
                <a:off x="1619250" y="0"/>
                <a:ext cx="1428900" cy="2286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b="1" lang="en" sz="950">
                    <a:solidFill>
                      <a:srgbClr val="15803D"/>
                    </a:solidFill>
                    <a:highlight>
                      <a:srgbClr val="DCFCE7"/>
                    </a:highlight>
                    <a:latin typeface="Inter"/>
                    <a:ea typeface="Inter"/>
                    <a:cs typeface="Inter"/>
                    <a:sym typeface="Inter"/>
                  </a:rPr>
                  <a:t>Safe</a:t>
                </a:r>
                <a:endParaRPr/>
              </a:p>
            </p:txBody>
          </p:sp>
          <p:sp>
            <p:nvSpPr>
              <p:cNvPr id="177" name="Google Shape;177;p17"/>
              <p:cNvSpPr txBox="1"/>
              <p:nvPr/>
            </p:nvSpPr>
            <p:spPr>
              <a:xfrm>
                <a:off x="3143250" y="0"/>
                <a:ext cx="1428900" cy="2286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b="1" lang="en" sz="950">
                    <a:solidFill>
                      <a:srgbClr val="B91C1C"/>
                    </a:solidFill>
                    <a:highlight>
                      <a:srgbClr val="FEE2E2"/>
                    </a:highlight>
                    <a:latin typeface="Inter"/>
                    <a:ea typeface="Inter"/>
                    <a:cs typeface="Inter"/>
                    <a:sym typeface="Inter"/>
                  </a:rPr>
                  <a:t>Not recommended</a:t>
                </a:r>
                <a:endParaRPr/>
              </a:p>
            </p:txBody>
          </p:sp>
        </p:grpSp>
        <p:grpSp>
          <p:nvGrpSpPr>
            <p:cNvPr id="178" name="Google Shape;178;p17"/>
            <p:cNvGrpSpPr/>
            <p:nvPr/>
          </p:nvGrpSpPr>
          <p:grpSpPr>
            <a:xfrm>
              <a:off x="190500" y="2590800"/>
              <a:ext cx="4572150" cy="228600"/>
              <a:chOff x="0" y="0"/>
              <a:chExt cx="4572150" cy="228600"/>
            </a:xfrm>
          </p:grpSpPr>
          <p:sp>
            <p:nvSpPr>
              <p:cNvPr id="179" name="Google Shape;179;p17"/>
              <p:cNvSpPr txBox="1"/>
              <p:nvPr/>
            </p:nvSpPr>
            <p:spPr>
              <a:xfrm>
                <a:off x="0" y="0"/>
                <a:ext cx="1524000" cy="2286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b="0" lang="en" sz="1100">
                    <a:solidFill>
                      <a:srgbClr val="475569"/>
                    </a:solidFill>
                    <a:latin typeface="Inter SemiBold"/>
                    <a:ea typeface="Inter SemiBold"/>
                    <a:cs typeface="Inter SemiBold"/>
                    <a:sym typeface="Inter SemiBold"/>
                  </a:rPr>
                  <a:t>Best For</a:t>
                </a:r>
                <a:endParaRPr b="0" sz="1100">
                  <a:solidFill>
                    <a:srgbClr val="475569"/>
                  </a:solidFill>
                  <a:latin typeface="Inter SemiBold"/>
                  <a:ea typeface="Inter SemiBold"/>
                  <a:cs typeface="Inter SemiBold"/>
                  <a:sym typeface="Inter SemiBold"/>
                </a:endParaRPr>
              </a:p>
            </p:txBody>
          </p:sp>
          <p:sp>
            <p:nvSpPr>
              <p:cNvPr id="180" name="Google Shape;180;p17"/>
              <p:cNvSpPr txBox="1"/>
              <p:nvPr/>
            </p:nvSpPr>
            <p:spPr>
              <a:xfrm>
                <a:off x="1619250" y="0"/>
                <a:ext cx="1428900" cy="2286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b="0" lang="en" sz="1100">
                    <a:solidFill>
                      <a:srgbClr val="0F172A"/>
                    </a:solidFill>
                    <a:latin typeface="Inter Medium"/>
                    <a:ea typeface="Inter Medium"/>
                    <a:cs typeface="Inter Medium"/>
                    <a:sym typeface="Inter Medium"/>
                  </a:rPr>
                  <a:t>Team collaboration</a:t>
                </a:r>
                <a:endParaRPr b="0" sz="1100">
                  <a:solidFill>
                    <a:srgbClr val="0F172A"/>
                  </a:solidFill>
                  <a:latin typeface="Inter Medium"/>
                  <a:ea typeface="Inter Medium"/>
                  <a:cs typeface="Inter Medium"/>
                  <a:sym typeface="Inter Medium"/>
                </a:endParaRPr>
              </a:p>
            </p:txBody>
          </p:sp>
          <p:sp>
            <p:nvSpPr>
              <p:cNvPr id="181" name="Google Shape;181;p17"/>
              <p:cNvSpPr txBox="1"/>
              <p:nvPr/>
            </p:nvSpPr>
            <p:spPr>
              <a:xfrm>
                <a:off x="3143250" y="0"/>
                <a:ext cx="1428900" cy="2286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b="0" lang="en" sz="1100">
                    <a:solidFill>
                      <a:srgbClr val="0F172A"/>
                    </a:solidFill>
                    <a:latin typeface="Inter Medium"/>
                    <a:ea typeface="Inter Medium"/>
                    <a:cs typeface="Inter Medium"/>
                    <a:sym typeface="Inter Medium"/>
                  </a:rPr>
                  <a:t>Local development</a:t>
                </a:r>
                <a:endParaRPr b="0" sz="1100">
                  <a:solidFill>
                    <a:srgbClr val="0F172A"/>
                  </a:solidFill>
                  <a:latin typeface="Inter Medium"/>
                  <a:ea typeface="Inter Medium"/>
                  <a:cs typeface="Inter Medium"/>
                  <a:sym typeface="Inter Medium"/>
                </a:endParaRPr>
              </a:p>
            </p:txBody>
          </p:sp>
        </p:grpSp>
      </p:grpSp>
      <p:grpSp>
        <p:nvGrpSpPr>
          <p:cNvPr id="182" name="Google Shape;182;p17"/>
          <p:cNvGrpSpPr/>
          <p:nvPr/>
        </p:nvGrpSpPr>
        <p:grpSpPr>
          <a:xfrm>
            <a:off x="5895975" y="1657350"/>
            <a:ext cx="2495700" cy="3019500"/>
            <a:chOff x="-9525" y="-9525"/>
            <a:chExt cx="2495700" cy="3019500"/>
          </a:xfrm>
        </p:grpSpPr>
        <p:pic>
          <p:nvPicPr>
            <p:cNvPr id="183" name="Google Shape;183;p17"/>
            <p:cNvPicPr preferRelativeResize="0"/>
            <p:nvPr/>
          </p:nvPicPr>
          <p:blipFill rotWithShape="1">
            <a:blip r:embed="rId4">
              <a:alphaModFix/>
            </a:blip>
            <a:srcRect b="0" l="0" r="0" t="0"/>
            <a:stretch/>
          </p:blipFill>
          <p:spPr>
            <a:xfrm>
              <a:off x="-9525" y="-9525"/>
              <a:ext cx="2495700" cy="30195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184" name="Google Shape;184;p17"/>
            <p:cNvSpPr txBox="1"/>
            <p:nvPr/>
          </p:nvSpPr>
          <p:spPr>
            <a:xfrm>
              <a:off x="228600" y="657225"/>
              <a:ext cx="2019300" cy="20001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1" sz="1200">
                <a:solidFill>
                  <a:srgbClr val="0F172A"/>
                </a:solidFill>
                <a:latin typeface="Inter"/>
                <a:ea typeface="Inter"/>
                <a:cs typeface="Inter"/>
                <a:sym typeface="Inter"/>
              </a:endParaRPr>
            </a:p>
            <a:p>
              <a:pPr indent="0" lvl="0" marL="0" rtl="0" algn="l">
                <a:spcBef>
                  <a:spcPts val="450"/>
                </a:spcBef>
                <a:spcAft>
                  <a:spcPts val="0"/>
                </a:spcAft>
                <a:buNone/>
              </a:pPr>
              <a:r>
                <a:rPr b="0" lang="en" sz="1050">
                  <a:solidFill>
                    <a:srgbClr val="475569"/>
                  </a:solidFill>
                  <a:latin typeface="Inter Medium"/>
                  <a:ea typeface="Inter Medium"/>
                  <a:cs typeface="Inter Medium"/>
                  <a:sym typeface="Inter Medium"/>
                </a:rPr>
                <a:t>• </a:t>
              </a:r>
              <a:r>
                <a:rPr b="1" lang="en" sz="1050">
                  <a:solidFill>
                    <a:srgbClr val="475569"/>
                  </a:solidFill>
                  <a:latin typeface="Inter"/>
                  <a:ea typeface="Inter"/>
                  <a:cs typeface="Inter"/>
                  <a:sym typeface="Inter"/>
                </a:rPr>
                <a:t>Rebase</a:t>
              </a:r>
              <a:r>
                <a:rPr b="0" lang="en" sz="1050">
                  <a:solidFill>
                    <a:srgbClr val="475569"/>
                  </a:solidFill>
                  <a:latin typeface="Inter Medium"/>
                  <a:ea typeface="Inter Medium"/>
                  <a:cs typeface="Inter Medium"/>
                  <a:sym typeface="Inter Medium"/>
                </a:rPr>
                <a:t> local branches before pushing to keep history clean.</a:t>
              </a:r>
              <a:endParaRPr b="0" sz="1050">
                <a:solidFill>
                  <a:srgbClr val="475569"/>
                </a:solidFill>
                <a:latin typeface="Inter Medium"/>
                <a:ea typeface="Inter Medium"/>
                <a:cs typeface="Inter Medium"/>
                <a:sym typeface="Inter Medium"/>
              </a:endParaRPr>
            </a:p>
            <a:p>
              <a:pPr indent="0" lvl="0" marL="0" rtl="0" algn="l">
                <a:spcBef>
                  <a:spcPts val="1200"/>
                </a:spcBef>
                <a:spcAft>
                  <a:spcPts val="0"/>
                </a:spcAft>
                <a:buNone/>
              </a:pPr>
              <a:r>
                <a:t/>
              </a:r>
              <a:endParaRPr sz="1050">
                <a:solidFill>
                  <a:srgbClr val="475569"/>
                </a:solidFill>
                <a:latin typeface="Inter Medium"/>
                <a:ea typeface="Inter Medium"/>
                <a:cs typeface="Inter Medium"/>
                <a:sym typeface="Inter Medium"/>
              </a:endParaRPr>
            </a:p>
            <a:p>
              <a:pPr indent="0" lvl="0" marL="0" rtl="0" algn="l">
                <a:spcBef>
                  <a:spcPts val="1200"/>
                </a:spcBef>
                <a:spcAft>
                  <a:spcPts val="0"/>
                </a:spcAft>
                <a:buNone/>
              </a:pPr>
              <a:r>
                <a:rPr b="0" lang="en" sz="1050">
                  <a:solidFill>
                    <a:srgbClr val="475569"/>
                  </a:solidFill>
                  <a:latin typeface="Inter Medium"/>
                  <a:ea typeface="Inter Medium"/>
                  <a:cs typeface="Inter Medium"/>
                  <a:sym typeface="Inter Medium"/>
                </a:rPr>
                <a:t>• </a:t>
              </a:r>
              <a:r>
                <a:rPr b="1" lang="en" sz="1050">
                  <a:solidFill>
                    <a:srgbClr val="475569"/>
                  </a:solidFill>
                  <a:latin typeface="Inter"/>
                  <a:ea typeface="Inter"/>
                  <a:cs typeface="Inter"/>
                  <a:sym typeface="Inter"/>
                </a:rPr>
                <a:t>Merge</a:t>
              </a:r>
              <a:r>
                <a:rPr b="0" lang="en" sz="1050">
                  <a:solidFill>
                    <a:srgbClr val="475569"/>
                  </a:solidFill>
                  <a:latin typeface="Inter Medium"/>
                  <a:ea typeface="Inter Medium"/>
                  <a:cs typeface="Inter Medium"/>
                  <a:sym typeface="Inter Medium"/>
                </a:rPr>
                <a:t> shared branches after review to preserve collaborative context.</a:t>
              </a:r>
              <a:endParaRPr b="0" sz="1050">
                <a:solidFill>
                  <a:srgbClr val="475569"/>
                </a:solidFill>
                <a:latin typeface="Inter Medium"/>
                <a:ea typeface="Inter Medium"/>
                <a:cs typeface="Inter Medium"/>
                <a:sym typeface="Inter Medium"/>
              </a:endParaRPr>
            </a:p>
          </p:txBody>
        </p:sp>
      </p:grp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88" name="Shape 1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9" name="Google Shape;189;p18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0" name="Google Shape;190;p18"/>
          <p:cNvSpPr txBox="1"/>
          <p:nvPr/>
        </p:nvSpPr>
        <p:spPr>
          <a:xfrm>
            <a:off x="762000" y="428625"/>
            <a:ext cx="7620000" cy="1047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850">
              <a:solidFill>
                <a:srgbClr val="2563EB"/>
              </a:solidFill>
              <a:latin typeface="Inter"/>
              <a:ea typeface="Inter"/>
              <a:cs typeface="Inter"/>
              <a:sym typeface="Inter"/>
            </a:endParaRPr>
          </a:p>
          <a:p>
            <a:pPr indent="0" lvl="0" marL="0" rtl="0" algn="l">
              <a:spcBef>
                <a:spcPts val="450"/>
              </a:spcBef>
              <a:spcAft>
                <a:spcPts val="0"/>
              </a:spcAft>
              <a:buNone/>
            </a:pPr>
            <a:r>
              <a:rPr b="0" lang="en" sz="2800">
                <a:solidFill>
                  <a:srgbClr val="0F172A"/>
                </a:solidFill>
                <a:latin typeface="Inter ExtraBold"/>
                <a:ea typeface="Inter ExtraBold"/>
                <a:cs typeface="Inter ExtraBold"/>
                <a:sym typeface="Inter ExtraBold"/>
              </a:rPr>
              <a:t>Conclusion &amp; Key Takeaways</a:t>
            </a:r>
            <a:endParaRPr b="0" sz="2800">
              <a:solidFill>
                <a:srgbClr val="0F172A"/>
              </a:solidFill>
              <a:latin typeface="Inter ExtraBold"/>
              <a:ea typeface="Inter ExtraBold"/>
              <a:cs typeface="Inter ExtraBold"/>
              <a:sym typeface="Inter ExtraBold"/>
            </a:endParaRPr>
          </a:p>
          <a:p>
            <a:pPr indent="0" lvl="0" marL="0" rtl="0" algn="l">
              <a:spcBef>
                <a:spcPts val="750"/>
              </a:spcBef>
              <a:spcAft>
                <a:spcPts val="0"/>
              </a:spcAft>
              <a:buNone/>
            </a:pPr>
            <a:r>
              <a:rPr b="0" lang="en" sz="978">
                <a:solidFill>
                  <a:srgbClr val="475569"/>
                </a:solidFill>
                <a:latin typeface="Inter"/>
                <a:ea typeface="Inter"/>
                <a:cs typeface="Inter"/>
                <a:sym typeface="Inter"/>
              </a:rPr>
              <a:t>Selecting the appropriate workflow to maintain a robust, collaborative, and clean repository history.</a:t>
            </a:r>
            <a:endParaRPr b="0" sz="978">
              <a:solidFill>
                <a:srgbClr val="475569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grpSp>
        <p:nvGrpSpPr>
          <p:cNvPr id="191" name="Google Shape;191;p18"/>
          <p:cNvGrpSpPr/>
          <p:nvPr/>
        </p:nvGrpSpPr>
        <p:grpSpPr>
          <a:xfrm>
            <a:off x="762000" y="1666875"/>
            <a:ext cx="2286000" cy="1238400"/>
            <a:chOff x="0" y="0"/>
            <a:chExt cx="2286000" cy="1238400"/>
          </a:xfrm>
        </p:grpSpPr>
        <p:sp>
          <p:nvSpPr>
            <p:cNvPr id="192" name="Google Shape;192;p18"/>
            <p:cNvSpPr/>
            <p:nvPr/>
          </p:nvSpPr>
          <p:spPr>
            <a:xfrm>
              <a:off x="0" y="0"/>
              <a:ext cx="2286000" cy="1238400"/>
            </a:xfrm>
            <a:prstGeom prst="roundRect">
              <a:avLst>
                <a:gd fmla="val 9230" name="adj"/>
              </a:avLst>
            </a:prstGeom>
            <a:solidFill>
              <a:srgbClr val="FFFFFF"/>
            </a:solidFill>
            <a:ln cap="flat" cmpd="sng" w="14300">
              <a:solidFill>
                <a:srgbClr val="E2E8F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93" name="Google Shape;193;p18"/>
            <p:cNvSpPr/>
            <p:nvPr/>
          </p:nvSpPr>
          <p:spPr>
            <a:xfrm>
              <a:off x="133350" y="152400"/>
              <a:ext cx="304800" cy="304800"/>
            </a:xfrm>
            <a:prstGeom prst="ellipse">
              <a:avLst/>
            </a:prstGeom>
            <a:solidFill>
              <a:srgbClr val="EFF6FF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94" name="Google Shape;194;p18"/>
            <p:cNvSpPr txBox="1"/>
            <p:nvPr/>
          </p:nvSpPr>
          <p:spPr>
            <a:xfrm>
              <a:off x="133350" y="152400"/>
              <a:ext cx="304800" cy="3048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lang="en" sz="1400">
                  <a:solidFill>
                    <a:srgbClr val="2563EB"/>
                  </a:solidFill>
                  <a:latin typeface="Inter ExtraBold"/>
                  <a:ea typeface="Inter ExtraBold"/>
                  <a:cs typeface="Inter ExtraBold"/>
                  <a:sym typeface="Inter ExtraBold"/>
                </a:rPr>
                <a:t>01</a:t>
              </a:r>
              <a:endParaRPr b="0" sz="1400">
                <a:solidFill>
                  <a:srgbClr val="2563EB"/>
                </a:solidFill>
                <a:latin typeface="Inter ExtraBold"/>
                <a:ea typeface="Inter ExtraBold"/>
                <a:cs typeface="Inter ExtraBold"/>
                <a:sym typeface="Inter ExtraBold"/>
              </a:endParaRPr>
            </a:p>
          </p:txBody>
        </p:sp>
        <p:sp>
          <p:nvSpPr>
            <p:cNvPr id="195" name="Google Shape;195;p18"/>
            <p:cNvSpPr txBox="1"/>
            <p:nvPr/>
          </p:nvSpPr>
          <p:spPr>
            <a:xfrm>
              <a:off x="190500" y="533400"/>
              <a:ext cx="1905000" cy="6096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" sz="978">
                  <a:solidFill>
                    <a:srgbClr val="0F172A"/>
                  </a:solidFill>
                  <a:latin typeface="Inter"/>
                  <a:ea typeface="Inter"/>
                  <a:cs typeface="Inter"/>
                  <a:sym typeface="Inter"/>
                </a:rPr>
                <a:t>Preserve History</a:t>
              </a:r>
              <a:endParaRPr b="1" sz="978">
                <a:solidFill>
                  <a:srgbClr val="0F172A"/>
                </a:solidFill>
                <a:latin typeface="Inter"/>
                <a:ea typeface="Inter"/>
                <a:cs typeface="Inter"/>
                <a:sym typeface="Inter"/>
              </a:endParaRPr>
            </a:p>
            <a:p>
              <a:pPr indent="0" lvl="0" marL="0" rtl="0" algn="l">
                <a:spcBef>
                  <a:spcPts val="300"/>
                </a:spcBef>
                <a:spcAft>
                  <a:spcPts val="0"/>
                </a:spcAft>
                <a:buNone/>
              </a:pPr>
              <a:r>
                <a:rPr b="0" lang="en" sz="893">
                  <a:solidFill>
                    <a:srgbClr val="475569"/>
                  </a:solidFill>
                  <a:latin typeface="Inter"/>
                  <a:ea typeface="Inter"/>
                  <a:cs typeface="Inter"/>
                  <a:sym typeface="Inter"/>
                </a:rPr>
                <a:t>Merge combines branches while completely preserving the historical commit timeline.</a:t>
              </a:r>
              <a:endParaRPr b="0" sz="893">
                <a:solidFill>
                  <a:srgbClr val="475569"/>
                </a:solidFill>
                <a:latin typeface="Inter"/>
                <a:ea typeface="Inter"/>
                <a:cs typeface="Inter"/>
                <a:sym typeface="Inter"/>
              </a:endParaRPr>
            </a:p>
          </p:txBody>
        </p:sp>
      </p:grpSp>
      <p:grpSp>
        <p:nvGrpSpPr>
          <p:cNvPr id="196" name="Google Shape;196;p18"/>
          <p:cNvGrpSpPr/>
          <p:nvPr/>
        </p:nvGrpSpPr>
        <p:grpSpPr>
          <a:xfrm>
            <a:off x="3238500" y="1666875"/>
            <a:ext cx="2286000" cy="1238400"/>
            <a:chOff x="0" y="0"/>
            <a:chExt cx="2286000" cy="1238400"/>
          </a:xfrm>
        </p:grpSpPr>
        <p:sp>
          <p:nvSpPr>
            <p:cNvPr id="197" name="Google Shape;197;p18"/>
            <p:cNvSpPr/>
            <p:nvPr/>
          </p:nvSpPr>
          <p:spPr>
            <a:xfrm>
              <a:off x="0" y="0"/>
              <a:ext cx="2286000" cy="1238400"/>
            </a:xfrm>
            <a:prstGeom prst="roundRect">
              <a:avLst>
                <a:gd fmla="val 9230" name="adj"/>
              </a:avLst>
            </a:prstGeom>
            <a:solidFill>
              <a:srgbClr val="FFFFFF"/>
            </a:solidFill>
            <a:ln cap="flat" cmpd="sng" w="14300">
              <a:solidFill>
                <a:srgbClr val="E2E8F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98" name="Google Shape;198;p18"/>
            <p:cNvSpPr/>
            <p:nvPr/>
          </p:nvSpPr>
          <p:spPr>
            <a:xfrm>
              <a:off x="133350" y="152400"/>
              <a:ext cx="304800" cy="304800"/>
            </a:xfrm>
            <a:prstGeom prst="ellipse">
              <a:avLst/>
            </a:prstGeom>
            <a:solidFill>
              <a:srgbClr val="EFF6FF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99" name="Google Shape;199;p18"/>
            <p:cNvSpPr txBox="1"/>
            <p:nvPr/>
          </p:nvSpPr>
          <p:spPr>
            <a:xfrm>
              <a:off x="133350" y="152400"/>
              <a:ext cx="304800" cy="3048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lang="en" sz="1400">
                  <a:solidFill>
                    <a:srgbClr val="2563EB"/>
                  </a:solidFill>
                  <a:latin typeface="Inter ExtraBold"/>
                  <a:ea typeface="Inter ExtraBold"/>
                  <a:cs typeface="Inter ExtraBold"/>
                  <a:sym typeface="Inter ExtraBold"/>
                </a:rPr>
                <a:t>02</a:t>
              </a:r>
              <a:endParaRPr b="0" sz="1400">
                <a:solidFill>
                  <a:srgbClr val="2563EB"/>
                </a:solidFill>
                <a:latin typeface="Inter ExtraBold"/>
                <a:ea typeface="Inter ExtraBold"/>
                <a:cs typeface="Inter ExtraBold"/>
                <a:sym typeface="Inter ExtraBold"/>
              </a:endParaRPr>
            </a:p>
          </p:txBody>
        </p:sp>
        <p:sp>
          <p:nvSpPr>
            <p:cNvPr id="200" name="Google Shape;200;p18"/>
            <p:cNvSpPr txBox="1"/>
            <p:nvPr/>
          </p:nvSpPr>
          <p:spPr>
            <a:xfrm>
              <a:off x="190500" y="533400"/>
              <a:ext cx="1905000" cy="6096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" sz="978">
                  <a:solidFill>
                    <a:srgbClr val="0F172A"/>
                  </a:solidFill>
                  <a:latin typeface="Inter"/>
                  <a:ea typeface="Inter"/>
                  <a:cs typeface="Inter"/>
                  <a:sym typeface="Inter"/>
                </a:rPr>
                <a:t>Linear Clarity</a:t>
              </a:r>
              <a:endParaRPr b="1" sz="978">
                <a:solidFill>
                  <a:srgbClr val="0F172A"/>
                </a:solidFill>
                <a:latin typeface="Inter"/>
                <a:ea typeface="Inter"/>
                <a:cs typeface="Inter"/>
                <a:sym typeface="Inter"/>
              </a:endParaRPr>
            </a:p>
            <a:p>
              <a:pPr indent="0" lvl="0" marL="0" rtl="0" algn="l">
                <a:spcBef>
                  <a:spcPts val="300"/>
                </a:spcBef>
                <a:spcAft>
                  <a:spcPts val="0"/>
                </a:spcAft>
                <a:buNone/>
              </a:pPr>
              <a:r>
                <a:rPr b="0" lang="en" sz="893">
                  <a:solidFill>
                    <a:srgbClr val="475569"/>
                  </a:solidFill>
                  <a:latin typeface="Inter"/>
                  <a:ea typeface="Inter"/>
                  <a:cs typeface="Inter"/>
                  <a:sym typeface="Inter"/>
                </a:rPr>
                <a:t>Rebase creates a cleaner, highly readable, and linear commit sequence.</a:t>
              </a:r>
              <a:endParaRPr b="0" sz="893">
                <a:solidFill>
                  <a:srgbClr val="475569"/>
                </a:solidFill>
                <a:latin typeface="Inter"/>
                <a:ea typeface="Inter"/>
                <a:cs typeface="Inter"/>
                <a:sym typeface="Inter"/>
              </a:endParaRPr>
            </a:p>
          </p:txBody>
        </p:sp>
      </p:grpSp>
      <p:grpSp>
        <p:nvGrpSpPr>
          <p:cNvPr id="201" name="Google Shape;201;p18"/>
          <p:cNvGrpSpPr/>
          <p:nvPr/>
        </p:nvGrpSpPr>
        <p:grpSpPr>
          <a:xfrm>
            <a:off x="5715000" y="1666875"/>
            <a:ext cx="2667000" cy="1238400"/>
            <a:chOff x="0" y="0"/>
            <a:chExt cx="2667000" cy="1238400"/>
          </a:xfrm>
        </p:grpSpPr>
        <p:sp>
          <p:nvSpPr>
            <p:cNvPr id="202" name="Google Shape;202;p18"/>
            <p:cNvSpPr/>
            <p:nvPr/>
          </p:nvSpPr>
          <p:spPr>
            <a:xfrm>
              <a:off x="0" y="0"/>
              <a:ext cx="2667000" cy="1238400"/>
            </a:xfrm>
            <a:prstGeom prst="roundRect">
              <a:avLst>
                <a:gd fmla="val 9230" name="adj"/>
              </a:avLst>
            </a:prstGeom>
            <a:solidFill>
              <a:srgbClr val="FFFFFF"/>
            </a:solidFill>
            <a:ln cap="flat" cmpd="sng" w="14300">
              <a:solidFill>
                <a:srgbClr val="E2E8F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03" name="Google Shape;203;p18"/>
            <p:cNvSpPr/>
            <p:nvPr/>
          </p:nvSpPr>
          <p:spPr>
            <a:xfrm>
              <a:off x="133350" y="152400"/>
              <a:ext cx="304800" cy="304800"/>
            </a:xfrm>
            <a:prstGeom prst="ellipse">
              <a:avLst/>
            </a:prstGeom>
            <a:solidFill>
              <a:srgbClr val="EFF6FF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04" name="Google Shape;204;p18"/>
            <p:cNvSpPr txBox="1"/>
            <p:nvPr/>
          </p:nvSpPr>
          <p:spPr>
            <a:xfrm>
              <a:off x="133350" y="152400"/>
              <a:ext cx="304800" cy="3048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lang="en" sz="1400">
                  <a:solidFill>
                    <a:srgbClr val="2563EB"/>
                  </a:solidFill>
                  <a:latin typeface="Inter ExtraBold"/>
                  <a:ea typeface="Inter ExtraBold"/>
                  <a:cs typeface="Inter ExtraBold"/>
                  <a:sym typeface="Inter ExtraBold"/>
                </a:rPr>
                <a:t>03</a:t>
              </a:r>
              <a:endParaRPr b="0" sz="1400">
                <a:solidFill>
                  <a:srgbClr val="2563EB"/>
                </a:solidFill>
                <a:latin typeface="Inter ExtraBold"/>
                <a:ea typeface="Inter ExtraBold"/>
                <a:cs typeface="Inter ExtraBold"/>
                <a:sym typeface="Inter ExtraBold"/>
              </a:endParaRPr>
            </a:p>
          </p:txBody>
        </p:sp>
        <p:sp>
          <p:nvSpPr>
            <p:cNvPr id="205" name="Google Shape;205;p18"/>
            <p:cNvSpPr txBox="1"/>
            <p:nvPr/>
          </p:nvSpPr>
          <p:spPr>
            <a:xfrm>
              <a:off x="190500" y="533400"/>
              <a:ext cx="2286000" cy="6096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" sz="978">
                  <a:solidFill>
                    <a:srgbClr val="0F172A"/>
                  </a:solidFill>
                  <a:latin typeface="Inter"/>
                  <a:ea typeface="Inter"/>
                  <a:cs typeface="Inter"/>
                  <a:sym typeface="Inter"/>
                </a:rPr>
                <a:t>Team Collaboration</a:t>
              </a:r>
              <a:endParaRPr b="1" sz="978">
                <a:solidFill>
                  <a:srgbClr val="0F172A"/>
                </a:solidFill>
                <a:latin typeface="Inter"/>
                <a:ea typeface="Inter"/>
                <a:cs typeface="Inter"/>
                <a:sym typeface="Inter"/>
              </a:endParaRPr>
            </a:p>
            <a:p>
              <a:pPr indent="0" lvl="0" marL="0" rtl="0" algn="l">
                <a:spcBef>
                  <a:spcPts val="300"/>
                </a:spcBef>
                <a:spcAft>
                  <a:spcPts val="0"/>
                </a:spcAft>
                <a:buNone/>
              </a:pPr>
              <a:r>
                <a:rPr b="0" lang="en" sz="893">
                  <a:solidFill>
                    <a:srgbClr val="475569"/>
                  </a:solidFill>
                  <a:latin typeface="Inter"/>
                  <a:ea typeface="Inter"/>
                  <a:cs typeface="Inter"/>
                  <a:sym typeface="Inter"/>
                </a:rPr>
                <a:t>Merge remains the safest standard approach for shared and public team branches.</a:t>
              </a:r>
              <a:endParaRPr b="0" sz="893">
                <a:solidFill>
                  <a:srgbClr val="475569"/>
                </a:solidFill>
                <a:latin typeface="Inter"/>
                <a:ea typeface="Inter"/>
                <a:cs typeface="Inter"/>
                <a:sym typeface="Inter"/>
              </a:endParaRPr>
            </a:p>
          </p:txBody>
        </p:sp>
      </p:grpSp>
      <p:grpSp>
        <p:nvGrpSpPr>
          <p:cNvPr id="206" name="Google Shape;206;p18"/>
          <p:cNvGrpSpPr/>
          <p:nvPr/>
        </p:nvGrpSpPr>
        <p:grpSpPr>
          <a:xfrm>
            <a:off x="762000" y="3095625"/>
            <a:ext cx="2286000" cy="1238400"/>
            <a:chOff x="0" y="0"/>
            <a:chExt cx="2286000" cy="1238400"/>
          </a:xfrm>
        </p:grpSpPr>
        <p:sp>
          <p:nvSpPr>
            <p:cNvPr id="207" name="Google Shape;207;p18"/>
            <p:cNvSpPr/>
            <p:nvPr/>
          </p:nvSpPr>
          <p:spPr>
            <a:xfrm>
              <a:off x="0" y="0"/>
              <a:ext cx="2286000" cy="1238400"/>
            </a:xfrm>
            <a:prstGeom prst="roundRect">
              <a:avLst>
                <a:gd fmla="val 9230" name="adj"/>
              </a:avLst>
            </a:prstGeom>
            <a:solidFill>
              <a:srgbClr val="FFFFFF"/>
            </a:solidFill>
            <a:ln cap="flat" cmpd="sng" w="14300">
              <a:solidFill>
                <a:srgbClr val="E2E8F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08" name="Google Shape;208;p18"/>
            <p:cNvSpPr/>
            <p:nvPr/>
          </p:nvSpPr>
          <p:spPr>
            <a:xfrm>
              <a:off x="133350" y="152400"/>
              <a:ext cx="304800" cy="304800"/>
            </a:xfrm>
            <a:prstGeom prst="ellipse">
              <a:avLst/>
            </a:prstGeom>
            <a:solidFill>
              <a:srgbClr val="EFF6FF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09" name="Google Shape;209;p18"/>
            <p:cNvSpPr txBox="1"/>
            <p:nvPr/>
          </p:nvSpPr>
          <p:spPr>
            <a:xfrm>
              <a:off x="133350" y="152400"/>
              <a:ext cx="304800" cy="3048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lang="en" sz="1400">
                  <a:solidFill>
                    <a:srgbClr val="2563EB"/>
                  </a:solidFill>
                  <a:latin typeface="Inter ExtraBold"/>
                  <a:ea typeface="Inter ExtraBold"/>
                  <a:cs typeface="Inter ExtraBold"/>
                  <a:sym typeface="Inter ExtraBold"/>
                </a:rPr>
                <a:t>04</a:t>
              </a:r>
              <a:endParaRPr b="0" sz="1400">
                <a:solidFill>
                  <a:srgbClr val="2563EB"/>
                </a:solidFill>
                <a:latin typeface="Inter ExtraBold"/>
                <a:ea typeface="Inter ExtraBold"/>
                <a:cs typeface="Inter ExtraBold"/>
                <a:sym typeface="Inter ExtraBold"/>
              </a:endParaRPr>
            </a:p>
          </p:txBody>
        </p:sp>
        <p:sp>
          <p:nvSpPr>
            <p:cNvPr id="210" name="Google Shape;210;p18"/>
            <p:cNvSpPr txBox="1"/>
            <p:nvPr/>
          </p:nvSpPr>
          <p:spPr>
            <a:xfrm>
              <a:off x="190500" y="533400"/>
              <a:ext cx="1905000" cy="6096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" sz="978">
                  <a:solidFill>
                    <a:srgbClr val="0F172A"/>
                  </a:solidFill>
                  <a:latin typeface="Inter"/>
                  <a:ea typeface="Inter"/>
                  <a:cs typeface="Inter"/>
                  <a:sym typeface="Inter"/>
                </a:rPr>
                <a:t>Local Cleanup</a:t>
              </a:r>
              <a:endParaRPr b="1" sz="978">
                <a:solidFill>
                  <a:srgbClr val="0F172A"/>
                </a:solidFill>
                <a:latin typeface="Inter"/>
                <a:ea typeface="Inter"/>
                <a:cs typeface="Inter"/>
                <a:sym typeface="Inter"/>
              </a:endParaRPr>
            </a:p>
            <a:p>
              <a:pPr indent="0" lvl="0" marL="0" rtl="0" algn="l">
                <a:spcBef>
                  <a:spcPts val="300"/>
                </a:spcBef>
                <a:spcAft>
                  <a:spcPts val="0"/>
                </a:spcAft>
                <a:buNone/>
              </a:pPr>
              <a:r>
                <a:rPr b="0" lang="en" sz="893">
                  <a:solidFill>
                    <a:srgbClr val="475569"/>
                  </a:solidFill>
                  <a:latin typeface="Inter"/>
                  <a:ea typeface="Inter"/>
                  <a:cs typeface="Inter"/>
                  <a:sym typeface="Inter"/>
                </a:rPr>
                <a:t>Rebase excels at streamlining and organizing local, unpushed commits.</a:t>
              </a:r>
              <a:endParaRPr b="0" sz="893">
                <a:solidFill>
                  <a:srgbClr val="475569"/>
                </a:solidFill>
                <a:latin typeface="Inter"/>
                <a:ea typeface="Inter"/>
                <a:cs typeface="Inter"/>
                <a:sym typeface="Inter"/>
              </a:endParaRPr>
            </a:p>
          </p:txBody>
        </p:sp>
      </p:grpSp>
      <p:grpSp>
        <p:nvGrpSpPr>
          <p:cNvPr id="211" name="Google Shape;211;p18"/>
          <p:cNvGrpSpPr/>
          <p:nvPr/>
        </p:nvGrpSpPr>
        <p:grpSpPr>
          <a:xfrm>
            <a:off x="3238500" y="3095625"/>
            <a:ext cx="2286000" cy="1238400"/>
            <a:chOff x="0" y="0"/>
            <a:chExt cx="2286000" cy="1238400"/>
          </a:xfrm>
        </p:grpSpPr>
        <p:sp>
          <p:nvSpPr>
            <p:cNvPr id="212" name="Google Shape;212;p18"/>
            <p:cNvSpPr/>
            <p:nvPr/>
          </p:nvSpPr>
          <p:spPr>
            <a:xfrm>
              <a:off x="0" y="0"/>
              <a:ext cx="2286000" cy="1238400"/>
            </a:xfrm>
            <a:prstGeom prst="roundRect">
              <a:avLst>
                <a:gd fmla="val 9230" name="adj"/>
              </a:avLst>
            </a:prstGeom>
            <a:solidFill>
              <a:srgbClr val="FFFFFF"/>
            </a:solidFill>
            <a:ln cap="flat" cmpd="sng" w="14300">
              <a:solidFill>
                <a:srgbClr val="E2E8F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13" name="Google Shape;213;p18"/>
            <p:cNvSpPr/>
            <p:nvPr/>
          </p:nvSpPr>
          <p:spPr>
            <a:xfrm>
              <a:off x="133350" y="152400"/>
              <a:ext cx="304800" cy="304800"/>
            </a:xfrm>
            <a:prstGeom prst="ellipse">
              <a:avLst/>
            </a:prstGeom>
            <a:solidFill>
              <a:srgbClr val="EFF6FF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14" name="Google Shape;214;p18"/>
            <p:cNvSpPr txBox="1"/>
            <p:nvPr/>
          </p:nvSpPr>
          <p:spPr>
            <a:xfrm>
              <a:off x="133350" y="152400"/>
              <a:ext cx="304800" cy="3048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lang="en" sz="1400">
                  <a:solidFill>
                    <a:srgbClr val="2563EB"/>
                  </a:solidFill>
                  <a:latin typeface="Inter ExtraBold"/>
                  <a:ea typeface="Inter ExtraBold"/>
                  <a:cs typeface="Inter ExtraBold"/>
                  <a:sym typeface="Inter ExtraBold"/>
                </a:rPr>
                <a:t>05</a:t>
              </a:r>
              <a:endParaRPr b="0" sz="1400">
                <a:solidFill>
                  <a:srgbClr val="2563EB"/>
                </a:solidFill>
                <a:latin typeface="Inter ExtraBold"/>
                <a:ea typeface="Inter ExtraBold"/>
                <a:cs typeface="Inter ExtraBold"/>
                <a:sym typeface="Inter ExtraBold"/>
              </a:endParaRPr>
            </a:p>
          </p:txBody>
        </p:sp>
        <p:sp>
          <p:nvSpPr>
            <p:cNvPr id="215" name="Google Shape;215;p18"/>
            <p:cNvSpPr txBox="1"/>
            <p:nvPr/>
          </p:nvSpPr>
          <p:spPr>
            <a:xfrm>
              <a:off x="190500" y="533400"/>
              <a:ext cx="1905000" cy="6096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" sz="978">
                  <a:solidFill>
                    <a:srgbClr val="0F172A"/>
                  </a:solidFill>
                  <a:latin typeface="Inter"/>
                  <a:ea typeface="Inter"/>
                  <a:cs typeface="Inter"/>
                  <a:sym typeface="Inter"/>
                </a:rPr>
                <a:t>Optimal Strategy</a:t>
              </a:r>
              <a:endParaRPr b="1" sz="978">
                <a:solidFill>
                  <a:srgbClr val="0F172A"/>
                </a:solidFill>
                <a:latin typeface="Inter"/>
                <a:ea typeface="Inter"/>
                <a:cs typeface="Inter"/>
                <a:sym typeface="Inter"/>
              </a:endParaRPr>
            </a:p>
            <a:p>
              <a:pPr indent="0" lvl="0" marL="0" rtl="0" algn="l">
                <a:spcBef>
                  <a:spcPts val="300"/>
                </a:spcBef>
                <a:spcAft>
                  <a:spcPts val="0"/>
                </a:spcAft>
                <a:buNone/>
              </a:pPr>
              <a:r>
                <a:rPr b="0" lang="en" sz="893">
                  <a:solidFill>
                    <a:srgbClr val="475569"/>
                  </a:solidFill>
                  <a:latin typeface="Inter"/>
                  <a:ea typeface="Inter"/>
                  <a:cs typeface="Inter"/>
                  <a:sym typeface="Inter"/>
                </a:rPr>
                <a:t>Aligning team conventions with the right tool ensures repository health.</a:t>
              </a:r>
              <a:endParaRPr b="0" sz="893">
                <a:solidFill>
                  <a:srgbClr val="475569"/>
                </a:solidFill>
                <a:latin typeface="Inter"/>
                <a:ea typeface="Inter"/>
                <a:cs typeface="Inter"/>
                <a:sym typeface="Inter"/>
              </a:endParaRPr>
            </a:p>
          </p:txBody>
        </p:sp>
      </p:grpSp>
      <p:grpSp>
        <p:nvGrpSpPr>
          <p:cNvPr id="216" name="Google Shape;216;p18"/>
          <p:cNvGrpSpPr/>
          <p:nvPr/>
        </p:nvGrpSpPr>
        <p:grpSpPr>
          <a:xfrm>
            <a:off x="5715000" y="3095625"/>
            <a:ext cx="2667000" cy="1238400"/>
            <a:chOff x="0" y="0"/>
            <a:chExt cx="2667000" cy="1238400"/>
          </a:xfrm>
        </p:grpSpPr>
        <p:sp>
          <p:nvSpPr>
            <p:cNvPr id="217" name="Google Shape;217;p18"/>
            <p:cNvSpPr/>
            <p:nvPr/>
          </p:nvSpPr>
          <p:spPr>
            <a:xfrm>
              <a:off x="0" y="0"/>
              <a:ext cx="2667000" cy="1238400"/>
            </a:xfrm>
            <a:prstGeom prst="roundRect">
              <a:avLst>
                <a:gd fmla="val 9230" name="adj"/>
              </a:avLst>
            </a:prstGeom>
            <a:solidFill>
              <a:srgbClr val="EFF6FF"/>
            </a:solidFill>
            <a:ln cap="flat" cmpd="sng" w="14300">
              <a:solidFill>
                <a:srgbClr val="3B82F6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18" name="Google Shape;218;p18"/>
            <p:cNvSpPr txBox="1"/>
            <p:nvPr/>
          </p:nvSpPr>
          <p:spPr>
            <a:xfrm>
              <a:off x="228600" y="228600"/>
              <a:ext cx="2209800" cy="781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lang="en" sz="2200">
                  <a:solidFill>
                    <a:srgbClr val="0F172A"/>
                  </a:solidFill>
                  <a:latin typeface="Inter ExtraBold"/>
                  <a:ea typeface="Inter ExtraBold"/>
                  <a:cs typeface="Inter ExtraBold"/>
                  <a:sym typeface="Inter ExtraBold"/>
                </a:rPr>
                <a:t>Thank You!</a:t>
              </a:r>
              <a:endParaRPr b="0" sz="2200">
                <a:solidFill>
                  <a:srgbClr val="0F172A"/>
                </a:solidFill>
                <a:latin typeface="Inter ExtraBold"/>
                <a:ea typeface="Inter ExtraBold"/>
                <a:cs typeface="Inter ExtraBold"/>
                <a:sym typeface="Inter ExtraBold"/>
              </a:endParaRPr>
            </a:p>
            <a:p>
              <a:pPr indent="0" lvl="0" marL="0" rtl="0" algn="l">
                <a:spcBef>
                  <a:spcPts val="300"/>
                </a:spcBef>
                <a:spcAft>
                  <a:spcPts val="0"/>
                </a:spcAft>
                <a:buNone/>
              </a:pPr>
              <a:r>
                <a:rPr b="0" lang="en" sz="1200">
                  <a:solidFill>
                    <a:srgbClr val="2563EB"/>
                  </a:solidFill>
                  <a:latin typeface="Inter Medium"/>
                  <a:ea typeface="Inter Medium"/>
                  <a:cs typeface="Inter Medium"/>
                  <a:sym typeface="Inter Medium"/>
                </a:rPr>
                <a:t>Any Questions?</a:t>
              </a:r>
              <a:endParaRPr b="0" sz="1200">
                <a:solidFill>
                  <a:srgbClr val="2563EB"/>
                </a:solidFill>
                <a:latin typeface="Inter Medium"/>
                <a:ea typeface="Inter Medium"/>
                <a:cs typeface="Inter Medium"/>
                <a:sym typeface="Inter Medium"/>
              </a:endParaRPr>
            </a:p>
          </p:txBody>
        </p:sp>
      </p:grp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